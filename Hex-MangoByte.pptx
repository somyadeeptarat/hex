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4064def6f4d10" /><Relationship Type="http://schemas.openxmlformats.org/officeDocument/2006/relationships/extended-properties" Target="/docProps/app.xml" Id="Rf7ddf91bcf734f9c" /><Relationship Type="http://schemas.openxmlformats.org/officeDocument/2006/relationships/officeDocument" Target="/ppt/presentation.xml" Id="R736220055ccf40a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8ae2b2f95064b7b"/>
  </p:sldMasterIdLst>
  <p:notesMasterIdLst>
    <p:notesMasterId xmlns:r="http://schemas.openxmlformats.org/officeDocument/2006/relationships" r:id="R3e09c666a0574b70"/>
  </p:notesMasterIdLst>
  <p:sldIdLst>
    <p:sldId xmlns:r="http://schemas.openxmlformats.org/officeDocument/2006/relationships" id="256" r:id="R37d811257827471c"/>
    <p:sldId xmlns:r="http://schemas.openxmlformats.org/officeDocument/2006/relationships" id="257" r:id="Rfea682b39a894d10"/>
    <p:sldId xmlns:r="http://schemas.openxmlformats.org/officeDocument/2006/relationships" id="258" r:id="R82cecc4228a5470c"/>
    <p:sldId xmlns:r="http://schemas.openxmlformats.org/officeDocument/2006/relationships" id="259" r:id="R0bc322d23d8f483e"/>
    <p:sldId xmlns:r="http://schemas.openxmlformats.org/officeDocument/2006/relationships" id="260" r:id="R046ae82f33914e77"/>
    <p:sldId xmlns:r="http://schemas.openxmlformats.org/officeDocument/2006/relationships" id="261" r:id="R2792423aec774597"/>
    <p:sldId xmlns:r="http://schemas.openxmlformats.org/officeDocument/2006/relationships" id="262" r:id="R847ccfdc41404639"/>
    <p:sldId xmlns:r="http://schemas.openxmlformats.org/officeDocument/2006/relationships" id="263" r:id="Re0b9880d81a447ca"/>
    <p:sldId xmlns:r="http://schemas.openxmlformats.org/officeDocument/2006/relationships" id="264" r:id="Rda2a8fd53b844f7d"/>
    <p:sldId xmlns:r="http://schemas.openxmlformats.org/officeDocument/2006/relationships" id="265" r:id="R4e32ca7b542a455e"/>
    <p:sldId xmlns:r="http://schemas.openxmlformats.org/officeDocument/2006/relationships" id="266" r:id="R5ef4c67113344f03"/>
    <p:sldId xmlns:r="http://schemas.openxmlformats.org/officeDocument/2006/relationships" id="267" r:id="R8efdd0beb9d845f7"/>
    <p:sldId xmlns:r="http://schemas.openxmlformats.org/officeDocument/2006/relationships" id="268" r:id="R9a62da4c2e564c56"/>
    <p:sldId xmlns:r="http://schemas.openxmlformats.org/officeDocument/2006/relationships" id="269" r:id="R5e55b5fa484746cc"/>
    <p:sldId xmlns:r="http://schemas.openxmlformats.org/officeDocument/2006/relationships" id="270" r:id="Rcc8b4239debe4956"/>
    <p:sldId xmlns:r="http://schemas.openxmlformats.org/officeDocument/2006/relationships" id="271" r:id="Rbd5db932e785473e"/>
    <p:sldId xmlns:r="http://schemas.openxmlformats.org/officeDocument/2006/relationships" id="272" r:id="Rfd5ca161ee4b4b6f"/>
    <p:sldId xmlns:r="http://schemas.openxmlformats.org/officeDocument/2006/relationships" id="273" r:id="Ra426dc638c3e4244"/>
  </p:sldIdLst>
  <p:sldSz cx="9144000" cy="5143500"/>
  <p:notesSz cx="6858000" cy="9144000"/>
  <p:embeddedFontLst>
    <p:embeddedFont>
      <p:font typeface="Red Hat Display SemiBold"/>
      <p:regular xmlns:r="http://schemas.openxmlformats.org/officeDocument/2006/relationships" r:id="R063216ebc7fb4ec5"/>
      <p:bold xmlns:r="http://schemas.openxmlformats.org/officeDocument/2006/relationships" r:id="R73c9b321a5824359"/>
      <p:italic xmlns:r="http://schemas.openxmlformats.org/officeDocument/2006/relationships" r:id="Rc5309de1f753407d"/>
      <p:boldItalic xmlns:r="http://schemas.openxmlformats.org/officeDocument/2006/relationships" r:id="R0b532c3f19ab4f01"/>
    </p:embeddedFont>
    <p:embeddedFont>
      <p:font typeface="Red Hat Display Medium"/>
      <p:regular xmlns:r="http://schemas.openxmlformats.org/officeDocument/2006/relationships" r:id="Rf7f490f230964b64"/>
      <p:bold xmlns:r="http://schemas.openxmlformats.org/officeDocument/2006/relationships" r:id="R65d0cca4bb7c4778"/>
      <p:italic xmlns:r="http://schemas.openxmlformats.org/officeDocument/2006/relationships" r:id="R9937cf114c344a0f"/>
      <p:boldItalic xmlns:r="http://schemas.openxmlformats.org/officeDocument/2006/relationships" r:id="Ra2f835e1af6a493d"/>
    </p:embeddedFont>
    <p:embeddedFont>
      <p:font typeface="Red Hat Display"/>
      <p:regular xmlns:r="http://schemas.openxmlformats.org/officeDocument/2006/relationships" r:id="Rc936f92727e0461b"/>
      <p:bold xmlns:r="http://schemas.openxmlformats.org/officeDocument/2006/relationships" r:id="R1b4dd9ecd493495a"/>
      <p:italic xmlns:r="http://schemas.openxmlformats.org/officeDocument/2006/relationships" r:id="Rcbbe4e82d5c841e9"/>
      <p:boldItalic xmlns:r="http://schemas.openxmlformats.org/officeDocument/2006/relationships" r:id="Re5af90dfa4174e35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316e744904ddf" /><Relationship Type="http://schemas.openxmlformats.org/officeDocument/2006/relationships/slideMaster" Target="/ppt/slideMasters/slideMaster1.xml" Id="R28ae2b2f95064b7b" /><Relationship Type="http://schemas.openxmlformats.org/officeDocument/2006/relationships/notesMaster" Target="/ppt/notesMasters/notesMaster1.xml" Id="R3e09c666a0574b70" /><Relationship Type="http://schemas.openxmlformats.org/officeDocument/2006/relationships/presProps" Target="/ppt/presProps.xml" Id="R8e132cd057774dc7" /><Relationship Type="http://schemas.openxmlformats.org/officeDocument/2006/relationships/viewProps" Target="/ppt/viewProps.xml" Id="R5ef1afc92575481e" /><Relationship Type="http://schemas.openxmlformats.org/officeDocument/2006/relationships/tableStyles" Target="/ppt/tableStyles.xml" Id="R7b385d1b04674dd3" /><Relationship Type="http://schemas.openxmlformats.org/officeDocument/2006/relationships/font" Target="/ppt/fonts/font.dat" Id="R063216ebc7fb4ec5" /><Relationship Type="http://schemas.openxmlformats.org/officeDocument/2006/relationships/font" Target="/ppt/fonts/font2.dat" Id="R73c9b321a5824359" /><Relationship Type="http://schemas.openxmlformats.org/officeDocument/2006/relationships/font" Target="/ppt/fonts/font3.dat" Id="Rc5309de1f753407d" /><Relationship Type="http://schemas.openxmlformats.org/officeDocument/2006/relationships/font" Target="/ppt/fonts/font4.dat" Id="R0b532c3f19ab4f01" /><Relationship Type="http://schemas.openxmlformats.org/officeDocument/2006/relationships/font" Target="/ppt/fonts/font5.dat" Id="Rf7f490f230964b64" /><Relationship Type="http://schemas.openxmlformats.org/officeDocument/2006/relationships/font" Target="/ppt/fonts/font6.dat" Id="R65d0cca4bb7c4778" /><Relationship Type="http://schemas.openxmlformats.org/officeDocument/2006/relationships/font" Target="/ppt/fonts/font7.dat" Id="R9937cf114c344a0f" /><Relationship Type="http://schemas.openxmlformats.org/officeDocument/2006/relationships/font" Target="/ppt/fonts/font8.dat" Id="Ra2f835e1af6a493d" /><Relationship Type="http://schemas.openxmlformats.org/officeDocument/2006/relationships/font" Target="/ppt/fonts/font9.dat" Id="Rc936f92727e0461b" /><Relationship Type="http://schemas.openxmlformats.org/officeDocument/2006/relationships/font" Target="/ppt/fonts/font10.dat" Id="R1b4dd9ecd493495a" /><Relationship Type="http://schemas.openxmlformats.org/officeDocument/2006/relationships/font" Target="/ppt/fonts/font11.dat" Id="Rcbbe4e82d5c841e9" /><Relationship Type="http://schemas.openxmlformats.org/officeDocument/2006/relationships/font" Target="/ppt/fonts/font12.dat" Id="Re5af90dfa4174e35" /><Relationship Type="http://schemas.openxmlformats.org/officeDocument/2006/relationships/slide" Target="/ppt/slides/slide1.xml" Id="R37d811257827471c" /><Relationship Type="http://schemas.openxmlformats.org/officeDocument/2006/relationships/slide" Target="/ppt/slides/slide2.xml" Id="Rfea682b39a894d10" /><Relationship Type="http://schemas.openxmlformats.org/officeDocument/2006/relationships/slide" Target="/ppt/slides/slide3.xml" Id="R82cecc4228a5470c" /><Relationship Type="http://schemas.openxmlformats.org/officeDocument/2006/relationships/slide" Target="/ppt/slides/slide4.xml" Id="R0bc322d23d8f483e" /><Relationship Type="http://schemas.openxmlformats.org/officeDocument/2006/relationships/slide" Target="/ppt/slides/slide5.xml" Id="R046ae82f33914e77" /><Relationship Type="http://schemas.openxmlformats.org/officeDocument/2006/relationships/slide" Target="/ppt/slides/slide6.xml" Id="R2792423aec774597" /><Relationship Type="http://schemas.openxmlformats.org/officeDocument/2006/relationships/slide" Target="/ppt/slides/slide7.xml" Id="R847ccfdc41404639" /><Relationship Type="http://schemas.openxmlformats.org/officeDocument/2006/relationships/slide" Target="/ppt/slides/slide8.xml" Id="Re0b9880d81a447ca" /><Relationship Type="http://schemas.openxmlformats.org/officeDocument/2006/relationships/slide" Target="/ppt/slides/slide9.xml" Id="Rda2a8fd53b844f7d" /><Relationship Type="http://schemas.openxmlformats.org/officeDocument/2006/relationships/slide" Target="/ppt/slides/slide10.xml" Id="R4e32ca7b542a455e" /><Relationship Type="http://schemas.openxmlformats.org/officeDocument/2006/relationships/slide" Target="/ppt/slides/slide11.xml" Id="R5ef4c67113344f03" /><Relationship Type="http://schemas.openxmlformats.org/officeDocument/2006/relationships/slide" Target="/ppt/slides/slide12.xml" Id="R8efdd0beb9d845f7" /><Relationship Type="http://schemas.openxmlformats.org/officeDocument/2006/relationships/slide" Target="/ppt/slides/slide13.xml" Id="R9a62da4c2e564c56" /><Relationship Type="http://schemas.openxmlformats.org/officeDocument/2006/relationships/slide" Target="/ppt/slides/slide14.xml" Id="R5e55b5fa484746cc" /><Relationship Type="http://schemas.openxmlformats.org/officeDocument/2006/relationships/slide" Target="/ppt/slides/slide15.xml" Id="Rcc8b4239debe4956" /><Relationship Type="http://schemas.openxmlformats.org/officeDocument/2006/relationships/slide" Target="/ppt/slides/slide16.xml" Id="Rbd5db932e785473e" /><Relationship Type="http://schemas.openxmlformats.org/officeDocument/2006/relationships/slide" Target="/ppt/slides/slide17.xml" Id="Rfd5ca161ee4b4b6f" /><Relationship Type="http://schemas.openxmlformats.org/officeDocument/2006/relationships/slide" Target="/ppt/slides/slide18.xml" Id="Ra426dc638c3e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97383a7f14a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3a2f711074070" /><Relationship Type="http://schemas.openxmlformats.org/officeDocument/2006/relationships/notesMaster" Target="/ppt/notesMasters/notesMaster1.xml" Id="R9e272a576e9048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ae643796b4f4a" /><Relationship Type="http://schemas.openxmlformats.org/officeDocument/2006/relationships/notesMaster" Target="/ppt/notesMasters/notesMaster1.xml" Id="Rc1d0bfbb06c746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a5c609f04e4ad5" /><Relationship Type="http://schemas.openxmlformats.org/officeDocument/2006/relationships/notesMaster" Target="/ppt/notesMasters/notesMaster1.xml" Id="Rb8960599d2c742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3b164e79e247c2" /><Relationship Type="http://schemas.openxmlformats.org/officeDocument/2006/relationships/notesMaster" Target="/ppt/notesMasters/notesMaster1.xml" Id="R9ef1e5726f1d43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278c4337184f01" /><Relationship Type="http://schemas.openxmlformats.org/officeDocument/2006/relationships/notesMaster" Target="/ppt/notesMasters/notesMaster1.xml" Id="Rb543a9ee7d9e4f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8ba55d5cd44ac8" /><Relationship Type="http://schemas.openxmlformats.org/officeDocument/2006/relationships/notesMaster" Target="/ppt/notesMasters/notesMaster1.xml" Id="R9c5d8b897cf44e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797efb77eb4cdd" /><Relationship Type="http://schemas.openxmlformats.org/officeDocument/2006/relationships/notesMaster" Target="/ppt/notesMasters/notesMaster1.xml" Id="R2c234881586646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79581c7cf1441c" /><Relationship Type="http://schemas.openxmlformats.org/officeDocument/2006/relationships/notesMaster" Target="/ppt/notesMasters/notesMaster1.xml" Id="Ra5b9bfbe7f3048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e35e214f774357" /><Relationship Type="http://schemas.openxmlformats.org/officeDocument/2006/relationships/notesMaster" Target="/ppt/notesMasters/notesMaster1.xml" Id="Radbbff6a8283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71560024a740bb" /><Relationship Type="http://schemas.openxmlformats.org/officeDocument/2006/relationships/notesMaster" Target="/ppt/notesMasters/notesMaster1.xml" Id="R5abaf248cd544b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9833ce060847d1" /><Relationship Type="http://schemas.openxmlformats.org/officeDocument/2006/relationships/notesMaster" Target="/ppt/notesMasters/notesMaster1.xml" Id="Re449f1876ca54b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ae376abb5c4675" /><Relationship Type="http://schemas.openxmlformats.org/officeDocument/2006/relationships/notesMaster" Target="/ppt/notesMasters/notesMaster1.xml" Id="R719ab825ca6345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0b70a6771a45a0" /><Relationship Type="http://schemas.openxmlformats.org/officeDocument/2006/relationships/notesMaster" Target="/ppt/notesMasters/notesMaster1.xml" Id="Rf5a306315ec249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d905341f174f72" /><Relationship Type="http://schemas.openxmlformats.org/officeDocument/2006/relationships/notesMaster" Target="/ppt/notesMasters/notesMaster1.xml" Id="Rb7f1ac8bfd0246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b58c7f5c484629" /><Relationship Type="http://schemas.openxmlformats.org/officeDocument/2006/relationships/notesMaster" Target="/ppt/notesMasters/notesMaster1.xml" Id="R8c033e4fdf5848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1ba9b270fb428b" /><Relationship Type="http://schemas.openxmlformats.org/officeDocument/2006/relationships/notesMaster" Target="/ppt/notesMasters/notesMaster1.xml" Id="R9e2da8081a774f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8802f5f8364b15" /><Relationship Type="http://schemas.openxmlformats.org/officeDocument/2006/relationships/notesMaster" Target="/ppt/notesMasters/notesMaster1.xml" Id="R99435cd7911543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e0c6193c174fb9" /><Relationship Type="http://schemas.openxmlformats.org/officeDocument/2006/relationships/notesMaster" Target="/ppt/notesMasters/notesMaster1.xml" Id="R2b53f60a8f1e46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2.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3.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4.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5.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6.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7.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8.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9.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10.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11.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12.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13.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14.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15.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16.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17.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slide 18. Present the operational point, state assumptions clearly, and treat all scenario counts or scores as illustrative unless independently 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638f16c2045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8235a5ac5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17b85acc248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ed023dfa147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604a117514c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0e18632c34e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77faf5ee145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46019a82942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87ecb5a6241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8b0b5a0764297" /><Relationship Type="http://schemas.openxmlformats.org/officeDocument/2006/relationships/image" Target="/ppt/media/image.png" Id="R021df5f442284f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bab5d84fb4948" /><Relationship Type="http://schemas.openxmlformats.org/officeDocument/2006/relationships/image" Target="/ppt/media/image2.png" Id="Ra21490799da84a1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3e945bafc4d1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8acd4d0764b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ca36a8d5f4c1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691c8af15448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4b74e9c034d4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21039dd66422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54913a3a0434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76963aceb46d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be3a9e7f84bd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09616f68ce448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e5f3ac26b41b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8a2aad7b946fa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fbcbb6e3b48f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b8bae639443b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295a31218432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448a3ca9e4d6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d3a39ae634e4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2af084100469e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e82082a0c4ce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f4abec9cc4e2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45358a3dc48b1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eb908d6ac42c7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83a2c263d4328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14c760a3a4cd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5bcf6e00a4b67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505ce94dd48d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bdd127db84ecc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cbdb8f52a48a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8489f3dd24793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c003ffbf84bbb" /></Relationships>
</file>

<file path=ppt/slideLayouts/slideLayout1.xml><?xml version="1.0" encoding="utf-8"?>
<p:sldLayout xmlns:p="http://schemas.openxmlformats.org/presentationml/2006/main" matchingName="Title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0B95F2A-96BB-4833-8A00-4D29ED65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0" y="0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D20E275-5DC5-4ED8-A98C-3C85D81F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0" y="2040871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3214138-5905-4945-B506-0645BA48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" y="3061484"/>
            <a:ext cx="8124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E30C3F7-CAE7-48F7-B122-1716DE50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0" y="1020429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EBA5C7A2-8CD9-4AEE-A439-688553CC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D5A71F85-7B9F-4616-97F2-A0A62588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5" y="3061475"/>
            <a:ext cx="609900" cy="1042800"/>
          </a:xfrm>
          <a:prstGeom xmlns:a="http://schemas.openxmlformats.org/drawingml/2006/main" prst="snip2DiagRect">
            <a:avLst>
              <a:gd name="adj1" fmla="val 0"/>
              <a:gd name="adj2" fmla="val 3967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8A68D5AE-8459-4398-9860-B88573D9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40871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D45DB881-CCD8-40F1-9767-A3DDD69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020418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8" name="Google Shape;18;p2">
            <a:extLst xmlns:a="http://schemas.openxmlformats.org/drawingml/2006/main">
              <a:ext uri="{FF2B5EF4-FFF2-40B4-BE49-F238E27FC236}">
                <a16:creationId xmlns:a16="http://schemas.microsoft.com/office/drawing/2014/main" id="{70815E09-473B-4C96-9BAA-A210433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" y="4100578"/>
            <a:ext cx="8124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9" name="Google Shape;19;p2">
            <a:extLst xmlns:a="http://schemas.openxmlformats.org/drawingml/2006/main">
              <a:ext uri="{FF2B5EF4-FFF2-40B4-BE49-F238E27FC236}">
                <a16:creationId xmlns:a16="http://schemas.microsoft.com/office/drawing/2014/main" id="{C759E82B-1608-4754-80E5-89FC302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2" y="4100581"/>
            <a:ext cx="6099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0" name="Google Shape;20;p2">
            <a:extLst xmlns:a="http://schemas.openxmlformats.org/drawingml/2006/main">
              <a:ext uri="{FF2B5EF4-FFF2-40B4-BE49-F238E27FC236}">
                <a16:creationId xmlns:a16="http://schemas.microsoft.com/office/drawing/2014/main" id="{745FB14D-2598-4ADC-AE9E-BC11BA9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99" y="0"/>
            <a:ext cx="4320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1" name="Google Shape;21;p2">
            <a:extLst xmlns:a="http://schemas.openxmlformats.org/drawingml/2006/main">
              <a:ext uri="{FF2B5EF4-FFF2-40B4-BE49-F238E27FC236}">
                <a16:creationId xmlns:a16="http://schemas.microsoft.com/office/drawing/2014/main" id="{F09F838B-E5FF-4221-9DAD-23DF3DBE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99" y="2040871"/>
            <a:ext cx="432000" cy="1020600"/>
          </a:xfrm>
          <a:prstGeom xmlns:a="http://schemas.openxmlformats.org/drawingml/2006/main" prst="snip2DiagRect">
            <a:avLst>
              <a:gd name="adj1" fmla="val 0"/>
              <a:gd name="adj2" fmla="val 3967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2" name="Google Shape;22;p2">
            <a:extLst xmlns:a="http://schemas.openxmlformats.org/drawingml/2006/main">
              <a:ext uri="{FF2B5EF4-FFF2-40B4-BE49-F238E27FC236}">
                <a16:creationId xmlns:a16="http://schemas.microsoft.com/office/drawing/2014/main" id="{58D4E77C-F445-4027-8C40-8F5E014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99" y="1020429"/>
            <a:ext cx="4320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3" name="Google Shape;23;p2">
            <a:extLst xmlns:a="http://schemas.openxmlformats.org/drawingml/2006/main">
              <a:ext uri="{FF2B5EF4-FFF2-40B4-BE49-F238E27FC236}">
                <a16:creationId xmlns:a16="http://schemas.microsoft.com/office/drawing/2014/main" id="{F61FBBBB-C0F0-4465-841A-B150D4F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01" y="3061475"/>
            <a:ext cx="4320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4" name="Google Shape;24;p2">
            <a:extLst xmlns:a="http://schemas.openxmlformats.org/drawingml/2006/main">
              <a:ext uri="{FF2B5EF4-FFF2-40B4-BE49-F238E27FC236}">
                <a16:creationId xmlns:a16="http://schemas.microsoft.com/office/drawing/2014/main" id="{6A135E9B-D87B-4DDB-8E5F-6A71D5FB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00" y="4100581"/>
            <a:ext cx="4320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5" name="Google Shape;25;p2">
            <a:extLst xmlns:a="http://schemas.openxmlformats.org/drawingml/2006/main">
              <a:ext uri="{FF2B5EF4-FFF2-40B4-BE49-F238E27FC236}">
                <a16:creationId xmlns:a16="http://schemas.microsoft.com/office/drawing/2014/main" id="{D8BB8A39-CFCE-4223-B63D-92E14E4DD6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54650" y="3235981"/>
            <a:ext cx="57609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2">
            <a:extLst xmlns:a="http://schemas.openxmlformats.org/drawingml/2006/main">
              <a:ext uri="{FF2B5EF4-FFF2-40B4-BE49-F238E27FC236}">
                <a16:creationId xmlns:a16="http://schemas.microsoft.com/office/drawing/2014/main" id="{9EE6FAC3-2566-4C4B-AD26-6B740F5F77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54650" y="3875775"/>
            <a:ext cx="5760900" cy="5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hank you">
  <p:cSld name="BLANK_3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0E7AF58A-8EEA-497E-8CAC-2E2D002E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0" y="0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E2F8CF74-7C96-40C6-99ED-303A8D45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0" y="2040871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B2CA1F32-0E98-4D0F-845E-7E7984A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" y="3061484"/>
            <a:ext cx="8124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6FFC359D-9FA2-43E1-B8E1-F22399EB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0" y="1020429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AD49E2B4-A399-427F-A9A2-ACBF059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371471E3-B74C-4204-9951-7D683014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5" y="3061475"/>
            <a:ext cx="609900" cy="1042800"/>
          </a:xfrm>
          <a:prstGeom xmlns:a="http://schemas.openxmlformats.org/drawingml/2006/main" prst="snip2DiagRect">
            <a:avLst>
              <a:gd name="adj1" fmla="val 0"/>
              <a:gd name="adj2" fmla="val 3967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7336BBF7-582F-475D-914D-3FD81AF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40871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BB0783FC-299F-465C-8024-3D0D7325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020418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1820791E-3CB4-44FD-B3D9-821F884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" y="4100578"/>
            <a:ext cx="8124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F7F5793A-EF4E-401D-80C4-9DCCD80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02" y="4100581"/>
            <a:ext cx="6099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80EDBF6D-008D-45E2-823C-E5E58A12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99" y="0"/>
            <a:ext cx="4320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6EF6F021-887A-46F4-AB90-B722B30C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99" y="2040871"/>
            <a:ext cx="432000" cy="1020600"/>
          </a:xfrm>
          <a:prstGeom xmlns:a="http://schemas.openxmlformats.org/drawingml/2006/main" prst="snip2DiagRect">
            <a:avLst>
              <a:gd name="adj1" fmla="val 0"/>
              <a:gd name="adj2" fmla="val 3967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0" name="Google Shape;40;p3">
            <a:extLst xmlns:a="http://schemas.openxmlformats.org/drawingml/2006/main">
              <a:ext uri="{FF2B5EF4-FFF2-40B4-BE49-F238E27FC236}">
                <a16:creationId xmlns:a16="http://schemas.microsoft.com/office/drawing/2014/main" id="{F5D734B9-CDE3-4AB3-BC6F-F9E8BE9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99" y="1020429"/>
            <a:ext cx="4320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1" name="Google Shape;41;p3">
            <a:extLst xmlns:a="http://schemas.openxmlformats.org/drawingml/2006/main">
              <a:ext uri="{FF2B5EF4-FFF2-40B4-BE49-F238E27FC236}">
                <a16:creationId xmlns:a16="http://schemas.microsoft.com/office/drawing/2014/main" id="{85358B2B-43F3-4F76-93C4-B0B7343D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01" y="3061475"/>
            <a:ext cx="4320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2" name="Google Shape;42;p3">
            <a:extLst xmlns:a="http://schemas.openxmlformats.org/drawingml/2006/main">
              <a:ext uri="{FF2B5EF4-FFF2-40B4-BE49-F238E27FC236}">
                <a16:creationId xmlns:a16="http://schemas.microsoft.com/office/drawing/2014/main" id="{89C8B685-27F9-4FE5-8F92-1AD66902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00" y="4100581"/>
            <a:ext cx="4320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3" name="Google Shape;43;p3">
            <a:extLst xmlns:a="http://schemas.openxmlformats.org/drawingml/2006/main">
              <a:ext uri="{FF2B5EF4-FFF2-40B4-BE49-F238E27FC236}">
                <a16:creationId xmlns:a16="http://schemas.microsoft.com/office/drawing/2014/main" id="{DA72342C-5AA0-4098-81CB-D8795646D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54650" y="467500"/>
            <a:ext cx="57609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Google Shape;44;p3">
            <a:extLst xmlns:a="http://schemas.openxmlformats.org/drawingml/2006/main">
              <a:ext uri="{FF2B5EF4-FFF2-40B4-BE49-F238E27FC236}">
                <a16:creationId xmlns:a16="http://schemas.microsoft.com/office/drawing/2014/main" id="{795FA5D2-CBF2-4187-AB0F-1407403E8E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54650" y="1107294"/>
            <a:ext cx="5760900" cy="5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3">
            <a:extLst xmlns:a="http://schemas.openxmlformats.org/drawingml/2006/main">
              <a:ext uri="{FF2B5EF4-FFF2-40B4-BE49-F238E27FC236}">
                <a16:creationId xmlns:a16="http://schemas.microsoft.com/office/drawing/2014/main" id="{C71A42D6-B784-4476-A504-60C1BE5E8D8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154650" y="3875225"/>
            <a:ext cx="618600" cy="808500"/>
          </a:xfrm>
          <a:prstGeom xmlns:a="http://schemas.openxmlformats.org/drawingml/2006/main" prst="snip2DiagRect">
            <a:avLst>
              <a:gd name="adj1" fmla="val 0"/>
              <a:gd name="adj2" fmla="val 3447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6" name="Google Shape;46;p3">
            <a:extLst xmlns:a="http://schemas.openxmlformats.org/drawingml/2006/main">
              <a:ext uri="{FF2B5EF4-FFF2-40B4-BE49-F238E27FC236}">
                <a16:creationId xmlns:a16="http://schemas.microsoft.com/office/drawing/2014/main" id="{99CC265F-CD05-4E88-BD74-738205FD590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859150" y="4072916"/>
            <a:ext cx="2621700" cy="1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7" name="Google Shape;47;p3">
            <a:extLst xmlns:a="http://schemas.openxmlformats.org/drawingml/2006/main">
              <a:ext uri="{FF2B5EF4-FFF2-40B4-BE49-F238E27FC236}">
                <a16:creationId xmlns:a16="http://schemas.microsoft.com/office/drawing/2014/main" id="{1C541421-B38B-48AA-87D9-C2EEC4C9AFCF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859150" y="4321400"/>
            <a:ext cx="1061400" cy="1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48" name="Google Shape;48;p3">
            <a:extLst xmlns:a="http://schemas.openxmlformats.org/drawingml/2006/main">
              <a:ext uri="{FF2B5EF4-FFF2-40B4-BE49-F238E27FC236}">
                <a16:creationId xmlns:a16="http://schemas.microsoft.com/office/drawing/2014/main" id="{5313A8D6-14C1-4CF3-89CA-89E11961D78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055800" y="4321400"/>
            <a:ext cx="1061400" cy="1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49" name="Google Shape;49;p3">
            <a:extLst xmlns:a="http://schemas.openxmlformats.org/drawingml/2006/main">
              <a:ext uri="{FF2B5EF4-FFF2-40B4-BE49-F238E27FC236}">
                <a16:creationId xmlns:a16="http://schemas.microsoft.com/office/drawing/2014/main" id="{4F46205B-05FF-457B-901F-037CD88B5233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252450" y="4321400"/>
            <a:ext cx="1061400" cy="1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slide 1">
  <p:cSld name="BLANK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D15789D9-7B51-48B2-B9FF-7A34654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8" y="4100578"/>
            <a:ext cx="8124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347E8AE0-100B-49D5-BB70-76D5538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077" y="4100581"/>
            <a:ext cx="6099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3" name="Google Shape;53;p4">
            <a:extLst xmlns:a="http://schemas.openxmlformats.org/drawingml/2006/main">
              <a:ext uri="{FF2B5EF4-FFF2-40B4-BE49-F238E27FC236}">
                <a16:creationId xmlns:a16="http://schemas.microsoft.com/office/drawing/2014/main" id="{A5C39987-00DF-4EAB-AFEB-EF7F8479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75" y="4100576"/>
            <a:ext cx="4665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D19A17C7-AF4B-4559-8836-57F8BB8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68" y="0"/>
            <a:ext cx="12411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6E66F500-FF41-45F9-BD6C-7B25429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262" y="0"/>
            <a:ext cx="8442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6" name="Google Shape;56;p4">
            <a:extLst xmlns:a="http://schemas.openxmlformats.org/drawingml/2006/main">
              <a:ext uri="{FF2B5EF4-FFF2-40B4-BE49-F238E27FC236}">
                <a16:creationId xmlns:a16="http://schemas.microsoft.com/office/drawing/2014/main" id="{3BF8A322-48A2-496E-9FD9-72C2468B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075" y="0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3196F53A-3C0A-4EED-9D98-5DA026C4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075" y="2040871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10A85101-B828-43B0-A1CA-E439326C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8" y="3061484"/>
            <a:ext cx="8124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9" name="Google Shape;59;p4">
            <a:extLst xmlns:a="http://schemas.openxmlformats.org/drawingml/2006/main">
              <a:ext uri="{FF2B5EF4-FFF2-40B4-BE49-F238E27FC236}">
                <a16:creationId xmlns:a16="http://schemas.microsoft.com/office/drawing/2014/main" id="{6D71874C-9C52-4560-BFE5-6E0C1F0D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74" y="1020431"/>
            <a:ext cx="12411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0" name="Google Shape;60;p4">
            <a:extLst xmlns:a="http://schemas.openxmlformats.org/drawingml/2006/main">
              <a:ext uri="{FF2B5EF4-FFF2-40B4-BE49-F238E27FC236}">
                <a16:creationId xmlns:a16="http://schemas.microsoft.com/office/drawing/2014/main" id="{D774D476-AAF6-4D11-9754-1E16384B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75" y="0"/>
            <a:ext cx="11778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" name="Google Shape;61;p4">
            <a:extLst xmlns:a="http://schemas.openxmlformats.org/drawingml/2006/main">
              <a:ext uri="{FF2B5EF4-FFF2-40B4-BE49-F238E27FC236}">
                <a16:creationId xmlns:a16="http://schemas.microsoft.com/office/drawing/2014/main" id="{E39197B7-26DC-400E-B3DB-BF90704A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81" y="1020428"/>
            <a:ext cx="11778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" name="Google Shape;62;p4">
            <a:extLst xmlns:a="http://schemas.openxmlformats.org/drawingml/2006/main">
              <a:ext uri="{FF2B5EF4-FFF2-40B4-BE49-F238E27FC236}">
                <a16:creationId xmlns:a16="http://schemas.microsoft.com/office/drawing/2014/main" id="{AA9DF3F6-2196-48BF-9CEA-FE0D0E80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074" y="2040861"/>
            <a:ext cx="12411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A4452B0B-AC03-4A88-8805-50439D2F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075" y="1020429"/>
            <a:ext cx="6099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BCD8AB0B-582A-4835-8AAA-CACFF337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4" y="0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" name="Google Shape;65;p4">
            <a:extLst xmlns:a="http://schemas.openxmlformats.org/drawingml/2006/main">
              <a:ext uri="{FF2B5EF4-FFF2-40B4-BE49-F238E27FC236}">
                <a16:creationId xmlns:a16="http://schemas.microsoft.com/office/drawing/2014/main" id="{0A410854-97B5-45EC-8BFA-270E220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080" y="3061475"/>
            <a:ext cx="609900" cy="1042800"/>
          </a:xfrm>
          <a:prstGeom xmlns:a="http://schemas.openxmlformats.org/drawingml/2006/main" prst="snip2DiagRect">
            <a:avLst>
              <a:gd name="adj1" fmla="val 0"/>
              <a:gd name="adj2" fmla="val 3967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" name="Google Shape;66;p4">
            <a:extLst xmlns:a="http://schemas.openxmlformats.org/drawingml/2006/main">
              <a:ext uri="{FF2B5EF4-FFF2-40B4-BE49-F238E27FC236}">
                <a16:creationId xmlns:a16="http://schemas.microsoft.com/office/drawing/2014/main" id="{F81C4B6A-6356-4920-A74C-9B8A1DF2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4" y="2040871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7" name="Google Shape;67;p4">
            <a:extLst xmlns:a="http://schemas.openxmlformats.org/drawingml/2006/main">
              <a:ext uri="{FF2B5EF4-FFF2-40B4-BE49-F238E27FC236}">
                <a16:creationId xmlns:a16="http://schemas.microsoft.com/office/drawing/2014/main" id="{CBDA91CB-570D-4611-8417-2DEA27D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574" y="1020418"/>
            <a:ext cx="8124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8" name="Google Shape;68;p4">
            <a:extLst xmlns:a="http://schemas.openxmlformats.org/drawingml/2006/main">
              <a:ext uri="{FF2B5EF4-FFF2-40B4-BE49-F238E27FC236}">
                <a16:creationId xmlns:a16="http://schemas.microsoft.com/office/drawing/2014/main" id="{C32CEE92-3AFD-43DA-9BD7-FA1D8A87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262" y="1020429"/>
            <a:ext cx="8442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9" name="Google Shape;69;p4">
            <a:extLst xmlns:a="http://schemas.openxmlformats.org/drawingml/2006/main">
              <a:ext uri="{FF2B5EF4-FFF2-40B4-BE49-F238E27FC236}">
                <a16:creationId xmlns:a16="http://schemas.microsoft.com/office/drawing/2014/main" id="{24E75677-0FFC-495A-B56B-BA42F2E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262" y="2040858"/>
            <a:ext cx="8442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" name="Google Shape;70;p4">
            <a:extLst xmlns:a="http://schemas.openxmlformats.org/drawingml/2006/main">
              <a:ext uri="{FF2B5EF4-FFF2-40B4-BE49-F238E27FC236}">
                <a16:creationId xmlns:a16="http://schemas.microsoft.com/office/drawing/2014/main" id="{190F0A3E-A553-4A61-901E-39D7BE58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275" y="3061486"/>
            <a:ext cx="8442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1" name="Google Shape;71;p4">
            <a:extLst xmlns:a="http://schemas.openxmlformats.org/drawingml/2006/main">
              <a:ext uri="{FF2B5EF4-FFF2-40B4-BE49-F238E27FC236}">
                <a16:creationId xmlns:a16="http://schemas.microsoft.com/office/drawing/2014/main" id="{E39DC59E-1EA2-47C7-95CA-1DE453C4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75" y="0"/>
            <a:ext cx="466500" cy="1020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2" name="Google Shape;72;p4">
            <a:extLst xmlns:a="http://schemas.openxmlformats.org/drawingml/2006/main">
              <a:ext uri="{FF2B5EF4-FFF2-40B4-BE49-F238E27FC236}">
                <a16:creationId xmlns:a16="http://schemas.microsoft.com/office/drawing/2014/main" id="{EE430D89-EE5B-42B4-AFD6-0EAE297D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75" y="2040869"/>
            <a:ext cx="466500" cy="1020600"/>
          </a:xfrm>
          <a:prstGeom xmlns:a="http://schemas.openxmlformats.org/drawingml/2006/main" prst="snip2DiagRect">
            <a:avLst>
              <a:gd name="adj1" fmla="val 0"/>
              <a:gd name="adj2" fmla="val 3967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3" name="Google Shape;73;p4">
            <a:extLst xmlns:a="http://schemas.openxmlformats.org/drawingml/2006/main">
              <a:ext uri="{FF2B5EF4-FFF2-40B4-BE49-F238E27FC236}">
                <a16:creationId xmlns:a16="http://schemas.microsoft.com/office/drawing/2014/main" id="{E11A5316-884A-466B-B180-CA9CCEA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75" y="1020428"/>
            <a:ext cx="466500" cy="1020600"/>
          </a:xfrm>
          <a:prstGeom xmlns:a="http://schemas.openxmlformats.org/drawingml/2006/main" prst="snip2DiagRect">
            <a:avLst>
              <a:gd name="adj1" fmla="val 0"/>
              <a:gd name="adj2" fmla="val 4828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4" name="Google Shape;74;p4">
            <a:extLst xmlns:a="http://schemas.openxmlformats.org/drawingml/2006/main">
              <a:ext uri="{FF2B5EF4-FFF2-40B4-BE49-F238E27FC236}">
                <a16:creationId xmlns:a16="http://schemas.microsoft.com/office/drawing/2014/main" id="{EC37ED6F-F2D3-410B-9966-DB1F359A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577" y="3061472"/>
            <a:ext cx="466500" cy="10428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5" name="Google Shape;75;p4">
            <a:extLst xmlns:a="http://schemas.openxmlformats.org/drawingml/2006/main">
              <a:ext uri="{FF2B5EF4-FFF2-40B4-BE49-F238E27FC236}">
                <a16:creationId xmlns:a16="http://schemas.microsoft.com/office/drawing/2014/main" id="{889DB11F-8885-4A2C-AE2D-194737286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050" y="3670842"/>
            <a:ext cx="57609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Custom section header">
  <p:cSld name="BLANK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5">
            <a:extLst xmlns:a="http://schemas.openxmlformats.org/drawingml/2006/main">
              <a:ext uri="{FF2B5EF4-FFF2-40B4-BE49-F238E27FC236}">
                <a16:creationId xmlns:a16="http://schemas.microsoft.com/office/drawing/2014/main" id="{60A14F51-ADC5-4E25-9365-A946ECD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3622" y="4625038"/>
            <a:ext cx="423394" cy="42339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9" name="Google Shape;79;p5">
            <a:extLst xmlns:a="http://schemas.openxmlformats.org/drawingml/2006/main">
              <a:ext uri="{FF2B5EF4-FFF2-40B4-BE49-F238E27FC236}">
                <a16:creationId xmlns:a16="http://schemas.microsoft.com/office/drawing/2014/main" id="{02865652-3948-464F-9363-E5D5B1F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4921" y="4642312"/>
            <a:ext cx="396320" cy="396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0" name="Google Shape;80;p5">
            <a:extLst xmlns:a="http://schemas.openxmlformats.org/drawingml/2006/main">
              <a:ext uri="{FF2B5EF4-FFF2-40B4-BE49-F238E27FC236}">
                <a16:creationId xmlns:a16="http://schemas.microsoft.com/office/drawing/2014/main" id="{5E834C9F-BB1F-4959-A0A5-E2830538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6937" y="4635777"/>
            <a:ext cx="396320" cy="396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1" name="Google Shape;81;p5">
            <a:extLst xmlns:a="http://schemas.openxmlformats.org/drawingml/2006/main">
              <a:ext uri="{FF2B5EF4-FFF2-40B4-BE49-F238E27FC236}">
                <a16:creationId xmlns:a16="http://schemas.microsoft.com/office/drawing/2014/main" id="{81CC7C78-23C5-4C15-A425-B42EEECD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98976" y="4622709"/>
            <a:ext cx="396320" cy="396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2" name="Google Shape;82;p5">
            <a:extLst xmlns:a="http://schemas.openxmlformats.org/drawingml/2006/main">
              <a:ext uri="{FF2B5EF4-FFF2-40B4-BE49-F238E27FC236}">
                <a16:creationId xmlns:a16="http://schemas.microsoft.com/office/drawing/2014/main" id="{52F87F0A-AE6C-4F8C-AAF0-865F9B19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3879" y="4642301"/>
            <a:ext cx="357178" cy="357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3" name="Google Shape;83;p5">
            <a:extLst xmlns:a="http://schemas.openxmlformats.org/drawingml/2006/main">
              <a:ext uri="{FF2B5EF4-FFF2-40B4-BE49-F238E27FC236}">
                <a16:creationId xmlns:a16="http://schemas.microsoft.com/office/drawing/2014/main" id="{6DE99633-F9CB-4082-93CE-62A558F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3428" y="4652059"/>
            <a:ext cx="337606" cy="337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4" name="Google Shape;84;p5">
            <a:extLst xmlns:a="http://schemas.openxmlformats.org/drawingml/2006/main">
              <a:ext uri="{FF2B5EF4-FFF2-40B4-BE49-F238E27FC236}">
                <a16:creationId xmlns:a16="http://schemas.microsoft.com/office/drawing/2014/main" id="{4E21B429-5640-4A5E-8760-5D3D309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8661" y="4673145"/>
            <a:ext cx="289330" cy="289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5" name="Google Shape;85;p5">
            <a:extLst xmlns:a="http://schemas.openxmlformats.org/drawingml/2006/main">
              <a:ext uri="{FF2B5EF4-FFF2-40B4-BE49-F238E27FC236}">
                <a16:creationId xmlns:a16="http://schemas.microsoft.com/office/drawing/2014/main" id="{A6DC717B-D3DC-4A46-ABF6-AF766BF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5177" y="4690754"/>
            <a:ext cx="254102" cy="254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9A049336-093C-48F7-ACFA-B6EEEC60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7405" y="4728605"/>
            <a:ext cx="178425" cy="178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A3E94F77-574C-4B29-9AAB-16ACC0E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5291" y="4769868"/>
            <a:ext cx="95899" cy="95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6FB728BC-A00C-4E20-A72A-1E89949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5886" y="4350081"/>
            <a:ext cx="70783" cy="70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9C77AA0C-504E-4A1B-8675-A5F53E8B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0548" y="3942431"/>
            <a:ext cx="35228" cy="352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AAAAB480-B8F6-4D21-972B-A1014B34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0390" y="4299252"/>
            <a:ext cx="178425" cy="178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1FAB65D2-E020-4F06-B29F-5822D696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02261" y="3897525"/>
            <a:ext cx="139609" cy="139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F020BAC0-E062-42EB-BFBC-27634354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24043" y="3493205"/>
            <a:ext cx="95899" cy="9622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A573ABD1-EA57-412F-A1B0-AC0475D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8344" y="3100587"/>
            <a:ext cx="47297" cy="4729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9607AE33-C17C-4B69-A668-33033FD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2879" y="4275789"/>
            <a:ext cx="228659" cy="228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9C373277-6636-46D1-A5CA-D558E02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2879" y="3853155"/>
            <a:ext cx="228659" cy="228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F4E8DB40-5ED7-4DFD-BA61-1BE7A5F9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07996" y="3455647"/>
            <a:ext cx="178425" cy="178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A4C1995C-93DD-4D6C-BE45-293C72CF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9957" y="3053739"/>
            <a:ext cx="131128" cy="131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FA1773FE-6435-48C2-9B80-D1559EDF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0125" y="2656305"/>
            <a:ext cx="70783" cy="70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587D6FAB-AF17-4F11-86E0-CB4FC800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76751" y="4243505"/>
            <a:ext cx="289330" cy="289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0DC402D5-EF5E-4BC0-9CB3-607FDDA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4854" y="3830930"/>
            <a:ext cx="273021" cy="27302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63693E45-9B14-4393-954E-93BA6E01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07035" y="3426998"/>
            <a:ext cx="228659" cy="22865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E0E95F14-C209-433E-8D69-71AA3DC7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4042" y="3010700"/>
            <a:ext cx="207456" cy="207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140D15FC-9F44-4483-B6C2-EE48902A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1289" y="2615897"/>
            <a:ext cx="152983" cy="152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2360EF07-9434-48EB-AFC6-EC852FDD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7201" y="2588663"/>
            <a:ext cx="207456" cy="207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9051A9BE-962A-4E6F-8EE6-FF354B8D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2378" y="2235139"/>
            <a:ext cx="70783" cy="70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999EB870-C4DA-453C-AFF5-708E4C4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4439" y="2194024"/>
            <a:ext cx="152983" cy="152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0CA33DF7-4019-4EEB-8E54-AC386E5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9636" y="1803467"/>
            <a:ext cx="70783" cy="70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7C8BCD45-0940-4168-9657-A814766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8356" y="2997188"/>
            <a:ext cx="254102" cy="254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54BEFDE4-D571-4741-A326-489A154E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4766" y="3404672"/>
            <a:ext cx="289330" cy="289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0" name="Google Shape;110;p5">
            <a:extLst xmlns:a="http://schemas.openxmlformats.org/drawingml/2006/main">
              <a:ext uri="{FF2B5EF4-FFF2-40B4-BE49-F238E27FC236}">
                <a16:creationId xmlns:a16="http://schemas.microsoft.com/office/drawing/2014/main" id="{CEA71B6F-5C2A-460B-9870-2CA7785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3562" y="3819845"/>
            <a:ext cx="306292" cy="306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FB6265D9-33C7-457B-BA43-EA07390C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2399" y="4233285"/>
            <a:ext cx="328473" cy="32847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2" name="Google Shape;112;p5">
            <a:extLst xmlns:a="http://schemas.openxmlformats.org/drawingml/2006/main">
              <a:ext uri="{FF2B5EF4-FFF2-40B4-BE49-F238E27FC236}">
                <a16:creationId xmlns:a16="http://schemas.microsoft.com/office/drawing/2014/main" id="{D3CE9CAA-4C6A-473F-8DE1-FC651106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3887" y="4218933"/>
            <a:ext cx="357178" cy="357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3" name="Google Shape;113;p5">
            <a:extLst xmlns:a="http://schemas.openxmlformats.org/drawingml/2006/main">
              <a:ext uri="{FF2B5EF4-FFF2-40B4-BE49-F238E27FC236}">
                <a16:creationId xmlns:a16="http://schemas.microsoft.com/office/drawing/2014/main" id="{FAD3B145-5FFB-4033-85CB-37BF8F4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3672" y="3805351"/>
            <a:ext cx="337606" cy="337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4" name="Google Shape;114;p5">
            <a:extLst xmlns:a="http://schemas.openxmlformats.org/drawingml/2006/main">
              <a:ext uri="{FF2B5EF4-FFF2-40B4-BE49-F238E27FC236}">
                <a16:creationId xmlns:a16="http://schemas.microsoft.com/office/drawing/2014/main" id="{7B119C22-EF30-42A0-A45B-92902B3A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9330" y="3396200"/>
            <a:ext cx="306292" cy="306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5" name="Google Shape;115;p5">
            <a:extLst xmlns:a="http://schemas.openxmlformats.org/drawingml/2006/main">
              <a:ext uri="{FF2B5EF4-FFF2-40B4-BE49-F238E27FC236}">
                <a16:creationId xmlns:a16="http://schemas.microsoft.com/office/drawing/2014/main" id="{F03AA651-BF82-43B5-ACF4-8D05A01C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8821" y="2984793"/>
            <a:ext cx="278892" cy="278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6" name="Google Shape;116;p5">
            <a:extLst xmlns:a="http://schemas.openxmlformats.org/drawingml/2006/main">
              <a:ext uri="{FF2B5EF4-FFF2-40B4-BE49-F238E27FC236}">
                <a16:creationId xmlns:a16="http://schemas.microsoft.com/office/drawing/2014/main" id="{0C853243-9E8A-4FE4-9BC4-C65C3B94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61975" y="2581386"/>
            <a:ext cx="239749" cy="239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7" name="Google Shape;117;p5">
            <a:extLst xmlns:a="http://schemas.openxmlformats.org/drawingml/2006/main">
              <a:ext uri="{FF2B5EF4-FFF2-40B4-BE49-F238E27FC236}">
                <a16:creationId xmlns:a16="http://schemas.microsoft.com/office/drawing/2014/main" id="{4B49BB31-BBE6-41CC-A8C5-CF655AC1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5603" y="2179788"/>
            <a:ext cx="189190" cy="189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8" name="Google Shape;118;p5">
            <a:extLst xmlns:a="http://schemas.openxmlformats.org/drawingml/2006/main">
              <a:ext uri="{FF2B5EF4-FFF2-40B4-BE49-F238E27FC236}">
                <a16:creationId xmlns:a16="http://schemas.microsoft.com/office/drawing/2014/main" id="{FE40F94C-EC5E-4F0F-9161-5FB5E80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909" y="1790774"/>
            <a:ext cx="117428" cy="1174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D9ECBF25-BFAD-4084-BBB0-2BE193F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8902" y="1377627"/>
            <a:ext cx="95899" cy="95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C9CD8D91-0CA5-4F40-A5BD-356D925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7706" y="1377627"/>
            <a:ext cx="95899" cy="95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1" name="Google Shape;121;p5">
            <a:extLst xmlns:a="http://schemas.openxmlformats.org/drawingml/2006/main">
              <a:ext uri="{FF2B5EF4-FFF2-40B4-BE49-F238E27FC236}">
                <a16:creationId xmlns:a16="http://schemas.microsoft.com/office/drawing/2014/main" id="{EA3A6BFC-C5E6-4052-84EE-B270310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5773" y="1377627"/>
            <a:ext cx="95899" cy="9589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2" name="Google Shape;122;p5">
            <a:extLst xmlns:a="http://schemas.openxmlformats.org/drawingml/2006/main">
              <a:ext uri="{FF2B5EF4-FFF2-40B4-BE49-F238E27FC236}">
                <a16:creationId xmlns:a16="http://schemas.microsoft.com/office/drawing/2014/main" id="{C3CF2B05-C80A-4DB9-BE55-0824EE3D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6843" y="4207217"/>
            <a:ext cx="380663" cy="380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3" name="Google Shape;123;p5">
            <a:extLst xmlns:a="http://schemas.openxmlformats.org/drawingml/2006/main">
              <a:ext uri="{FF2B5EF4-FFF2-40B4-BE49-F238E27FC236}">
                <a16:creationId xmlns:a16="http://schemas.microsoft.com/office/drawing/2014/main" id="{C76FD0B5-9A1D-429A-A6D5-5603EF8D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8586" y="3795565"/>
            <a:ext cx="357178" cy="357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4" name="Google Shape;124;p5">
            <a:extLst xmlns:a="http://schemas.openxmlformats.org/drawingml/2006/main">
              <a:ext uri="{FF2B5EF4-FFF2-40B4-BE49-F238E27FC236}">
                <a16:creationId xmlns:a16="http://schemas.microsoft.com/office/drawing/2014/main" id="{B3DC156A-F396-4D98-BC1C-50373C3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8158" y="3376058"/>
            <a:ext cx="337606" cy="337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5" name="Google Shape;125;p5">
            <a:extLst xmlns:a="http://schemas.openxmlformats.org/drawingml/2006/main">
              <a:ext uri="{FF2B5EF4-FFF2-40B4-BE49-F238E27FC236}">
                <a16:creationId xmlns:a16="http://schemas.microsoft.com/office/drawing/2014/main" id="{34FD1CE3-E4B2-44C0-96C3-1668E9DF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815" y="2971093"/>
            <a:ext cx="306292" cy="306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6" name="Google Shape;126;p5">
            <a:extLst xmlns:a="http://schemas.openxmlformats.org/drawingml/2006/main">
              <a:ext uri="{FF2B5EF4-FFF2-40B4-BE49-F238E27FC236}">
                <a16:creationId xmlns:a16="http://schemas.microsoft.com/office/drawing/2014/main" id="{396AD85D-B372-4566-9D15-E64A80A9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7516" y="2561806"/>
            <a:ext cx="278892" cy="278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7" name="Google Shape;127;p5">
            <a:extLst xmlns:a="http://schemas.openxmlformats.org/drawingml/2006/main">
              <a:ext uri="{FF2B5EF4-FFF2-40B4-BE49-F238E27FC236}">
                <a16:creationId xmlns:a16="http://schemas.microsoft.com/office/drawing/2014/main" id="{A384A2B3-5CDE-47AA-9034-DE970B1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7082" y="2154512"/>
            <a:ext cx="239749" cy="2397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8" name="Google Shape;128;p5">
            <a:extLst xmlns:a="http://schemas.openxmlformats.org/drawingml/2006/main">
              <a:ext uri="{FF2B5EF4-FFF2-40B4-BE49-F238E27FC236}">
                <a16:creationId xmlns:a16="http://schemas.microsoft.com/office/drawing/2014/main" id="{D92F348B-0598-402C-9E97-9D2155B8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0555" y="1772998"/>
            <a:ext cx="152983" cy="152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29" name="Google Shape;129;p5">
            <a:extLst xmlns:a="http://schemas.openxmlformats.org/drawingml/2006/main">
              <a:ext uri="{FF2B5EF4-FFF2-40B4-BE49-F238E27FC236}">
                <a16:creationId xmlns:a16="http://schemas.microsoft.com/office/drawing/2014/main" id="{E620E1D2-7B2C-4A75-871C-819C763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7965" y="4204946"/>
            <a:ext cx="396320" cy="396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0" name="Google Shape;130;p5">
            <a:extLst xmlns:a="http://schemas.openxmlformats.org/drawingml/2006/main">
              <a:ext uri="{FF2B5EF4-FFF2-40B4-BE49-F238E27FC236}">
                <a16:creationId xmlns:a16="http://schemas.microsoft.com/office/drawing/2014/main" id="{0D1CF023-D7CE-4F24-9F12-A974C19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4778" y="3789748"/>
            <a:ext cx="380663" cy="380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1" name="Google Shape;131;p5">
            <a:extLst xmlns:a="http://schemas.openxmlformats.org/drawingml/2006/main">
              <a:ext uri="{FF2B5EF4-FFF2-40B4-BE49-F238E27FC236}">
                <a16:creationId xmlns:a16="http://schemas.microsoft.com/office/drawing/2014/main" id="{97530F63-1EF7-4157-9247-C927EE0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2069" y="3375300"/>
            <a:ext cx="357178" cy="3571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C0166DF4-8E23-4CE5-98E5-D0B3F6C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1851" y="2955435"/>
            <a:ext cx="337606" cy="337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2E99D481-5A07-4511-B23D-1F33DB5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0593" y="2561805"/>
            <a:ext cx="278892" cy="27889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7A41689A-4C8A-4A40-B479-E468F6B6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9801" y="2143467"/>
            <a:ext cx="254102" cy="254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E29CF972-B857-43EB-96B6-8739BD91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4163" y="1766799"/>
            <a:ext cx="165378" cy="1653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BCBF0CFD-3F7F-471F-8BBC-1061EDB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3503" y="1766799"/>
            <a:ext cx="178425" cy="178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BE223BCB-13A0-4E7A-8714-F904B04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4398" y="1761659"/>
            <a:ext cx="189190" cy="1891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3815591C-74BF-4FDB-A623-51EC329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38339" y="2151475"/>
            <a:ext cx="254102" cy="254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D1984B4E-EE7D-4716-9174-4D57B3B0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6134" y="2151475"/>
            <a:ext cx="254102" cy="25410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4452D399-35A8-469B-93A7-336C352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1898" y="2561134"/>
            <a:ext cx="289330" cy="289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C2DC2688-16B8-44FC-8A46-8B1C113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4434" y="2561134"/>
            <a:ext cx="289330" cy="28933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1B38E021-F1CD-46BD-B614-52FA7360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4267" y="2955435"/>
            <a:ext cx="337606" cy="337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7E7E09CB-124D-4FA2-AFCB-44A30581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0190" y="2955435"/>
            <a:ext cx="337606" cy="33760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4737C2D5-AE32-4532-AE22-516D6267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739" y="3363554"/>
            <a:ext cx="380663" cy="380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93B88751-DA9D-4855-BAB7-4F1FCC4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8766" y="3363554"/>
            <a:ext cx="380663" cy="380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E2567D7B-C18C-4435-BF8C-C77511C2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8973" y="3789748"/>
            <a:ext cx="380663" cy="380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7EA4FBB6-1A34-49F8-B15C-971D194F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4313" y="3789748"/>
            <a:ext cx="380663" cy="38066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8" name="Google Shape;148;p5">
            <a:extLst xmlns:a="http://schemas.openxmlformats.org/drawingml/2006/main">
              <a:ext uri="{FF2B5EF4-FFF2-40B4-BE49-F238E27FC236}">
                <a16:creationId xmlns:a16="http://schemas.microsoft.com/office/drawing/2014/main" id="{53B7A90F-EF7F-4CBF-A2E3-E5EA78D2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0845" y="4206829"/>
            <a:ext cx="396320" cy="396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49" name="Google Shape;149;p5">
            <a:extLst xmlns:a="http://schemas.openxmlformats.org/drawingml/2006/main">
              <a:ext uri="{FF2B5EF4-FFF2-40B4-BE49-F238E27FC236}">
                <a16:creationId xmlns:a16="http://schemas.microsoft.com/office/drawing/2014/main" id="{04D1EB95-EBF4-430C-9514-BB2D1938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985" y="4206829"/>
            <a:ext cx="396320" cy="396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1" name="Google Shape;151;p5">
            <a:extLst xmlns:a="http://schemas.openxmlformats.org/drawingml/2006/main">
              <a:ext uri="{FF2B5EF4-FFF2-40B4-BE49-F238E27FC236}">
                <a16:creationId xmlns:a16="http://schemas.microsoft.com/office/drawing/2014/main" id="{844E94FC-585D-4E3C-9E91-53E8D1F3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078" y="79823"/>
            <a:ext cx="299899" cy="299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2" name="Google Shape;152;p5">
            <a:extLst xmlns:a="http://schemas.openxmlformats.org/drawingml/2006/main">
              <a:ext uri="{FF2B5EF4-FFF2-40B4-BE49-F238E27FC236}">
                <a16:creationId xmlns:a16="http://schemas.microsoft.com/office/drawing/2014/main" id="{233A1112-33D1-47F6-A0FB-CAFEFFF4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358" y="88474"/>
            <a:ext cx="273241" cy="273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3" name="Google Shape;153;p5">
            <a:extLst xmlns:a="http://schemas.openxmlformats.org/drawingml/2006/main">
              <a:ext uri="{FF2B5EF4-FFF2-40B4-BE49-F238E27FC236}">
                <a16:creationId xmlns:a16="http://schemas.microsoft.com/office/drawing/2014/main" id="{90DCBBB9-51A4-4E83-B289-6B4BF7C9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7071" y="88474"/>
            <a:ext cx="245882" cy="245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4" name="Google Shape;154;p5">
            <a:extLst xmlns:a="http://schemas.openxmlformats.org/drawingml/2006/main">
              <a:ext uri="{FF2B5EF4-FFF2-40B4-BE49-F238E27FC236}">
                <a16:creationId xmlns:a16="http://schemas.microsoft.com/office/drawing/2014/main" id="{9538FF95-F623-4D0F-AD89-F917E8D9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8510" y="109752"/>
            <a:ext cx="203440" cy="203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5" name="Google Shape;155;p5">
            <a:extLst xmlns:a="http://schemas.openxmlformats.org/drawingml/2006/main">
              <a:ext uri="{FF2B5EF4-FFF2-40B4-BE49-F238E27FC236}">
                <a16:creationId xmlns:a16="http://schemas.microsoft.com/office/drawing/2014/main" id="{460ECA83-5A2F-440E-9279-A6B9E790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3959" y="121472"/>
            <a:ext cx="164506" cy="164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6" name="Google Shape;156;p5">
            <a:extLst xmlns:a="http://schemas.openxmlformats.org/drawingml/2006/main">
              <a:ext uri="{FF2B5EF4-FFF2-40B4-BE49-F238E27FC236}">
                <a16:creationId xmlns:a16="http://schemas.microsoft.com/office/drawing/2014/main" id="{DD8E7E75-A2F2-4D51-9927-65D6D37E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6797" y="160374"/>
            <a:ext cx="76114" cy="76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7" name="Google Shape;157;p5">
            <a:extLst xmlns:a="http://schemas.openxmlformats.org/drawingml/2006/main">
              <a:ext uri="{FF2B5EF4-FFF2-40B4-BE49-F238E27FC236}">
                <a16:creationId xmlns:a16="http://schemas.microsoft.com/office/drawing/2014/main" id="{84BA2279-13D7-4575-99B0-C98794AA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736" y="480620"/>
            <a:ext cx="273241" cy="273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8" name="Google Shape;158;p5">
            <a:extLst xmlns:a="http://schemas.openxmlformats.org/drawingml/2006/main">
              <a:ext uri="{FF2B5EF4-FFF2-40B4-BE49-F238E27FC236}">
                <a16:creationId xmlns:a16="http://schemas.microsoft.com/office/drawing/2014/main" id="{A253FF17-CB07-4B61-8978-301DFF7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692" y="486756"/>
            <a:ext cx="245882" cy="245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59" name="Google Shape;159;p5">
            <a:extLst xmlns:a="http://schemas.openxmlformats.org/drawingml/2006/main">
              <a:ext uri="{FF2B5EF4-FFF2-40B4-BE49-F238E27FC236}">
                <a16:creationId xmlns:a16="http://schemas.microsoft.com/office/drawing/2014/main" id="{0C383292-D0E8-4972-B6F6-5F411D6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904" y="497075"/>
            <a:ext cx="210105" cy="21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0" name="Google Shape;160;p5">
            <a:extLst xmlns:a="http://schemas.openxmlformats.org/drawingml/2006/main">
              <a:ext uri="{FF2B5EF4-FFF2-40B4-BE49-F238E27FC236}">
                <a16:creationId xmlns:a16="http://schemas.microsoft.com/office/drawing/2014/main" id="{4BC9FCF0-CF3B-441D-AD91-1AFD10B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1372" y="513062"/>
            <a:ext cx="177835" cy="178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1" name="Google Shape;161;p5">
            <a:extLst xmlns:a="http://schemas.openxmlformats.org/drawingml/2006/main">
              <a:ext uri="{FF2B5EF4-FFF2-40B4-BE49-F238E27FC236}">
                <a16:creationId xmlns:a16="http://schemas.microsoft.com/office/drawing/2014/main" id="{C7371CC5-0DA7-420E-8783-375164A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8044" y="536035"/>
            <a:ext cx="114347" cy="114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2" name="Google Shape;162;p5">
            <a:extLst xmlns:a="http://schemas.openxmlformats.org/drawingml/2006/main">
              <a:ext uri="{FF2B5EF4-FFF2-40B4-BE49-F238E27FC236}">
                <a16:creationId xmlns:a16="http://schemas.microsoft.com/office/drawing/2014/main" id="{A9EB6A16-F1DD-463C-9A4D-57BAC7B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5972" y="570845"/>
            <a:ext cx="37882" cy="37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3" name="Google Shape;163;p5">
            <a:extLst xmlns:a="http://schemas.openxmlformats.org/drawingml/2006/main">
              <a:ext uri="{FF2B5EF4-FFF2-40B4-BE49-F238E27FC236}">
                <a16:creationId xmlns:a16="http://schemas.microsoft.com/office/drawing/2014/main" id="{7D340E00-6D1D-4355-988A-8A27434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588" y="893283"/>
            <a:ext cx="210105" cy="21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4" name="Google Shape;164;p5">
            <a:extLst xmlns:a="http://schemas.openxmlformats.org/drawingml/2006/main">
              <a:ext uri="{FF2B5EF4-FFF2-40B4-BE49-F238E27FC236}">
                <a16:creationId xmlns:a16="http://schemas.microsoft.com/office/drawing/2014/main" id="{6AA0EA3C-3C22-4049-AE00-3559FF15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096" y="881398"/>
            <a:ext cx="245882" cy="245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5" name="Google Shape;165;p5">
            <a:extLst xmlns:a="http://schemas.openxmlformats.org/drawingml/2006/main">
              <a:ext uri="{FF2B5EF4-FFF2-40B4-BE49-F238E27FC236}">
                <a16:creationId xmlns:a16="http://schemas.microsoft.com/office/drawing/2014/main" id="{3302A9EE-AE08-4A23-B939-269C6DB9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7190" y="903144"/>
            <a:ext cx="177835" cy="178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6" name="Google Shape;166;p5">
            <a:extLst xmlns:a="http://schemas.openxmlformats.org/drawingml/2006/main">
              <a:ext uri="{FF2B5EF4-FFF2-40B4-BE49-F238E27FC236}">
                <a16:creationId xmlns:a16="http://schemas.microsoft.com/office/drawing/2014/main" id="{BC0F6D56-8315-45F1-BE1D-D987E27B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5147" y="927055"/>
            <a:ext cx="126273" cy="12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7" name="Google Shape;167;p5">
            <a:extLst xmlns:a="http://schemas.openxmlformats.org/drawingml/2006/main">
              <a:ext uri="{FF2B5EF4-FFF2-40B4-BE49-F238E27FC236}">
                <a16:creationId xmlns:a16="http://schemas.microsoft.com/office/drawing/2014/main" id="{D2CFA3C9-25B9-4C6A-838F-6EBE732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0187" y="950086"/>
            <a:ext cx="76114" cy="76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8" name="Google Shape;168;p5">
            <a:extLst xmlns:a="http://schemas.openxmlformats.org/drawingml/2006/main">
              <a:ext uri="{FF2B5EF4-FFF2-40B4-BE49-F238E27FC236}">
                <a16:creationId xmlns:a16="http://schemas.microsoft.com/office/drawing/2014/main" id="{626B674B-5B8C-4559-B87D-FAE49B10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357" y="1298417"/>
            <a:ext cx="177835" cy="178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69" name="Google Shape;169;p5">
            <a:extLst xmlns:a="http://schemas.openxmlformats.org/drawingml/2006/main">
              <a:ext uri="{FF2B5EF4-FFF2-40B4-BE49-F238E27FC236}">
                <a16:creationId xmlns:a16="http://schemas.microsoft.com/office/drawing/2014/main" id="{86018953-FD37-4E0A-B133-EE25B0E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980" y="1290514"/>
            <a:ext cx="210105" cy="21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0" name="Google Shape;170;p5">
            <a:extLst xmlns:a="http://schemas.openxmlformats.org/drawingml/2006/main">
              <a:ext uri="{FF2B5EF4-FFF2-40B4-BE49-F238E27FC236}">
                <a16:creationId xmlns:a16="http://schemas.microsoft.com/office/drawing/2014/main" id="{62F84FFF-651F-4166-9217-68998236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981" y="1324373"/>
            <a:ext cx="126273" cy="12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1" name="Google Shape;171;p5">
            <a:extLst xmlns:a="http://schemas.openxmlformats.org/drawingml/2006/main">
              <a:ext uri="{FF2B5EF4-FFF2-40B4-BE49-F238E27FC236}">
                <a16:creationId xmlns:a16="http://schemas.microsoft.com/office/drawing/2014/main" id="{EEBE57AC-6830-4650-8772-1FED65E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388" y="1343810"/>
            <a:ext cx="76114" cy="76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2" name="Google Shape;172;p5">
            <a:extLst xmlns:a="http://schemas.openxmlformats.org/drawingml/2006/main">
              <a:ext uri="{FF2B5EF4-FFF2-40B4-BE49-F238E27FC236}">
                <a16:creationId xmlns:a16="http://schemas.microsoft.com/office/drawing/2014/main" id="{CA21FEAA-9924-49F5-B7CA-31CD9474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098" y="1721487"/>
            <a:ext cx="126273" cy="12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3" name="Google Shape;173;p5">
            <a:extLst xmlns:a="http://schemas.openxmlformats.org/drawingml/2006/main">
              <a:ext uri="{FF2B5EF4-FFF2-40B4-BE49-F238E27FC236}">
                <a16:creationId xmlns:a16="http://schemas.microsoft.com/office/drawing/2014/main" id="{9A50E94B-E5F4-4EB5-9ADF-15F78D27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724" y="1723937"/>
            <a:ext cx="103123" cy="10311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4" name="Google Shape;174;p5">
            <a:extLst xmlns:a="http://schemas.openxmlformats.org/drawingml/2006/main">
              <a:ext uri="{FF2B5EF4-FFF2-40B4-BE49-F238E27FC236}">
                <a16:creationId xmlns:a16="http://schemas.microsoft.com/office/drawing/2014/main" id="{66D38150-3DC4-4F63-BB02-7F229DD8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436" y="1750115"/>
            <a:ext cx="50860" cy="50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75" name="Google Shape;175;p5">
            <a:extLst xmlns:a="http://schemas.openxmlformats.org/drawingml/2006/main">
              <a:ext uri="{FF2B5EF4-FFF2-40B4-BE49-F238E27FC236}">
                <a16:creationId xmlns:a16="http://schemas.microsoft.com/office/drawing/2014/main" id="{2AE93D3B-ACA8-4990-99EF-6B94660EA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2160392"/>
            <a:ext cx="57609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76" name="Google Shape;176;p5">
            <a:extLst xmlns:a="http://schemas.openxmlformats.org/drawingml/2006/main">
              <a:ext uri="{FF2B5EF4-FFF2-40B4-BE49-F238E27FC236}">
                <a16:creationId xmlns:a16="http://schemas.microsoft.com/office/drawing/2014/main" id="{B28D577A-AC22-4715-AE20-49DABBC334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2800192"/>
            <a:ext cx="4916700" cy="5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Meet the team 1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Google Shape;178;p6">
            <a:extLst xmlns:a="http://schemas.openxmlformats.org/drawingml/2006/main">
              <a:ext uri="{FF2B5EF4-FFF2-40B4-BE49-F238E27FC236}">
                <a16:creationId xmlns:a16="http://schemas.microsoft.com/office/drawing/2014/main" id="{D05FEEA6-FFD8-44A1-9046-2DAAB6168C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17"/>
            <a:ext cx="64803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79" name="Google Shape;179;p6">
            <a:extLst xmlns:a="http://schemas.openxmlformats.org/drawingml/2006/main">
              <a:ext uri="{FF2B5EF4-FFF2-40B4-BE49-F238E27FC236}">
                <a16:creationId xmlns:a16="http://schemas.microsoft.com/office/drawing/2014/main" id="{C9929E83-1FCD-4A6A-906C-4D0131175F1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28425" y="1804150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0" name="Google Shape;180;p6">
            <a:extLst xmlns:a="http://schemas.openxmlformats.org/drawingml/2006/main">
              <a:ext uri="{FF2B5EF4-FFF2-40B4-BE49-F238E27FC236}">
                <a16:creationId xmlns:a16="http://schemas.microsoft.com/office/drawing/2014/main" id="{B19B3D18-DE3E-4421-B8A7-C726280377E1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036775" y="1804150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1" name="Google Shape;181;p6">
            <a:extLst xmlns:a="http://schemas.openxmlformats.org/drawingml/2006/main">
              <a:ext uri="{FF2B5EF4-FFF2-40B4-BE49-F238E27FC236}">
                <a16:creationId xmlns:a16="http://schemas.microsoft.com/office/drawing/2014/main" id="{99E14834-0599-4635-AD21-71A8725AA80C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844088" y="1804150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2" name="Google Shape;182;p6">
            <a:extLst xmlns:a="http://schemas.openxmlformats.org/drawingml/2006/main">
              <a:ext uri="{FF2B5EF4-FFF2-40B4-BE49-F238E27FC236}">
                <a16:creationId xmlns:a16="http://schemas.microsoft.com/office/drawing/2014/main" id="{13AD8685-6236-4F39-893A-8DD0D9EBDD86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655513" y="1804150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3" name="Google Shape;183;p6">
            <a:extLst xmlns:a="http://schemas.openxmlformats.org/drawingml/2006/main">
              <a:ext uri="{FF2B5EF4-FFF2-40B4-BE49-F238E27FC236}">
                <a16:creationId xmlns:a16="http://schemas.microsoft.com/office/drawing/2014/main" id="{A982887A-1F13-4EF2-9F73-4B3D8324091C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470863" y="1804150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84" name="Google Shape;184;p6">
            <a:extLst xmlns:a="http://schemas.openxmlformats.org/drawingml/2006/main">
              <a:ext uri="{FF2B5EF4-FFF2-40B4-BE49-F238E27FC236}">
                <a16:creationId xmlns:a16="http://schemas.microsoft.com/office/drawing/2014/main" id="{96E90717-29E8-4D66-A535-0F0D2BE98C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6700" y="3482650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5" name="Google Shape;185;p6">
            <a:extLst xmlns:a="http://schemas.openxmlformats.org/drawingml/2006/main">
              <a:ext uri="{FF2B5EF4-FFF2-40B4-BE49-F238E27FC236}">
                <a16:creationId xmlns:a16="http://schemas.microsoft.com/office/drawing/2014/main" id="{A16D7DD6-656A-4FE5-B0AE-D38E3E40ED8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326700" y="3803650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86" name="Google Shape;186;p6">
            <a:extLst xmlns:a="http://schemas.openxmlformats.org/drawingml/2006/main">
              <a:ext uri="{FF2B5EF4-FFF2-40B4-BE49-F238E27FC236}">
                <a16:creationId xmlns:a16="http://schemas.microsoft.com/office/drawing/2014/main" id="{0A3F31D1-A298-459F-B796-007F58548AAC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2131863" y="3482650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7" name="Google Shape;187;p6">
            <a:extLst xmlns:a="http://schemas.openxmlformats.org/drawingml/2006/main">
              <a:ext uri="{FF2B5EF4-FFF2-40B4-BE49-F238E27FC236}">
                <a16:creationId xmlns:a16="http://schemas.microsoft.com/office/drawing/2014/main" id="{98A7C4A3-D19F-4653-8A73-2120F12FB7EF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2131863" y="3803650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88" name="Google Shape;188;p6">
            <a:extLst xmlns:a="http://schemas.openxmlformats.org/drawingml/2006/main">
              <a:ext uri="{FF2B5EF4-FFF2-40B4-BE49-F238E27FC236}">
                <a16:creationId xmlns:a16="http://schemas.microsoft.com/office/drawing/2014/main" id="{299C1A8B-F3D8-4472-98EC-7BCC3F0F1BB4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945850" y="3482650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9" name="Google Shape;189;p6">
            <a:extLst xmlns:a="http://schemas.openxmlformats.org/drawingml/2006/main">
              <a:ext uri="{FF2B5EF4-FFF2-40B4-BE49-F238E27FC236}">
                <a16:creationId xmlns:a16="http://schemas.microsoft.com/office/drawing/2014/main" id="{5C04B62D-3489-426A-957C-7F83FB799530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945850" y="3803650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90" name="Google Shape;190;p6">
            <a:extLst xmlns:a="http://schemas.openxmlformats.org/drawingml/2006/main">
              <a:ext uri="{FF2B5EF4-FFF2-40B4-BE49-F238E27FC236}">
                <a16:creationId xmlns:a16="http://schemas.microsoft.com/office/drawing/2014/main" id="{B9BFE7E4-A794-442E-8784-C251354F4B92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753462" y="3482650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1" name="Google Shape;191;p6">
            <a:extLst xmlns:a="http://schemas.openxmlformats.org/drawingml/2006/main">
              <a:ext uri="{FF2B5EF4-FFF2-40B4-BE49-F238E27FC236}">
                <a16:creationId xmlns:a16="http://schemas.microsoft.com/office/drawing/2014/main" id="{DBE8B098-6E82-4E34-931C-22A2DD6D41A1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5753462" y="3803650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92" name="Google Shape;192;p6">
            <a:extLst xmlns:a="http://schemas.openxmlformats.org/drawingml/2006/main">
              <a:ext uri="{FF2B5EF4-FFF2-40B4-BE49-F238E27FC236}">
                <a16:creationId xmlns:a16="http://schemas.microsoft.com/office/drawing/2014/main" id="{C0124CE2-2E10-42AC-A362-828AE08C6BA5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7569712" y="3482650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93" name="Google Shape;193;p6">
            <a:extLst xmlns:a="http://schemas.openxmlformats.org/drawingml/2006/main">
              <a:ext uri="{FF2B5EF4-FFF2-40B4-BE49-F238E27FC236}">
                <a16:creationId xmlns:a16="http://schemas.microsoft.com/office/drawing/2014/main" id="{AAD4EE33-1208-41BC-B8CD-80EB02581CD3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7569712" y="3803650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Meet the team 2">
  <p:cSld name="CUSTOM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2A8C3FA7-9BA8-43F5-8A4E-A77B8FE2F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17"/>
            <a:ext cx="64803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96" name="Google Shape;196;p7">
            <a:extLst xmlns:a="http://schemas.openxmlformats.org/drawingml/2006/main">
              <a:ext uri="{FF2B5EF4-FFF2-40B4-BE49-F238E27FC236}">
                <a16:creationId xmlns:a16="http://schemas.microsoft.com/office/drawing/2014/main" id="{D7426F9B-F9A8-4BCA-A8DF-E413DC47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537" y="6100"/>
            <a:ext cx="1059000" cy="9507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D724B2BF-16D2-4498-AFAD-EDF8A5B1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868" y="6100"/>
            <a:ext cx="2115000" cy="9507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D89B6D17-9B98-4ED3-B398-3B9D4D3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928" y="6100"/>
            <a:ext cx="1059000" cy="9507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7C21E589-2A0E-476D-8866-6C9EB3A8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300" y="6100"/>
            <a:ext cx="1835400" cy="9507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E6270C88-3145-46D9-96D9-5574689A9AC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28425" y="1992125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63FBBFE0-BF03-4405-857E-D8A01D231F03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039088" y="1992125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69116885-5841-4282-9A4F-7E462B4B1A41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849663" y="1992125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14B1E8A5-7D74-4028-BBED-D38CA207CD24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660238" y="1992125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4" name="Google Shape;204;p7">
            <a:extLst xmlns:a="http://schemas.openxmlformats.org/drawingml/2006/main">
              <a:ext uri="{FF2B5EF4-FFF2-40B4-BE49-F238E27FC236}">
                <a16:creationId xmlns:a16="http://schemas.microsoft.com/office/drawing/2014/main" id="{784DD598-7361-47E9-9B09-3B35FC26619B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470738" y="1992125"/>
            <a:ext cx="1444500" cy="145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5" name="Google Shape;205;p7">
            <a:extLst xmlns:a="http://schemas.openxmlformats.org/drawingml/2006/main">
              <a:ext uri="{FF2B5EF4-FFF2-40B4-BE49-F238E27FC236}">
                <a16:creationId xmlns:a16="http://schemas.microsoft.com/office/drawing/2014/main" id="{B55B55D5-51B8-465A-B65F-A99B002ED8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6700" y="1279442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6" name="Google Shape;206;p7">
            <a:extLst xmlns:a="http://schemas.openxmlformats.org/drawingml/2006/main">
              <a:ext uri="{FF2B5EF4-FFF2-40B4-BE49-F238E27FC236}">
                <a16:creationId xmlns:a16="http://schemas.microsoft.com/office/drawing/2014/main" id="{88E73185-7CE3-4A6E-AEFC-C04C92B7FD2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326700" y="1600442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07" name="Google Shape;207;p7">
            <a:extLst xmlns:a="http://schemas.openxmlformats.org/drawingml/2006/main">
              <a:ext uri="{FF2B5EF4-FFF2-40B4-BE49-F238E27FC236}">
                <a16:creationId xmlns:a16="http://schemas.microsoft.com/office/drawing/2014/main" id="{5A385627-CEA3-497B-B426-7BB0BFDF5428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2125163" y="1279442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08" name="Google Shape;208;p7">
            <a:extLst xmlns:a="http://schemas.openxmlformats.org/drawingml/2006/main">
              <a:ext uri="{FF2B5EF4-FFF2-40B4-BE49-F238E27FC236}">
                <a16:creationId xmlns:a16="http://schemas.microsoft.com/office/drawing/2014/main" id="{AA309FA5-8202-4114-BAB9-F4DA179E77D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2125163" y="1600442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09" name="Google Shape;209;p7">
            <a:extLst xmlns:a="http://schemas.openxmlformats.org/drawingml/2006/main">
              <a:ext uri="{FF2B5EF4-FFF2-40B4-BE49-F238E27FC236}">
                <a16:creationId xmlns:a16="http://schemas.microsoft.com/office/drawing/2014/main" id="{86F5EB14-C053-4503-8DD3-DAF70695DFF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935663" y="1279442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0" name="Google Shape;210;p7">
            <a:extLst xmlns:a="http://schemas.openxmlformats.org/drawingml/2006/main">
              <a:ext uri="{FF2B5EF4-FFF2-40B4-BE49-F238E27FC236}">
                <a16:creationId xmlns:a16="http://schemas.microsoft.com/office/drawing/2014/main" id="{B1E804DA-6E40-486E-88C6-E21088002B00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935663" y="1600442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11" name="Google Shape;211;p7">
            <a:extLst xmlns:a="http://schemas.openxmlformats.org/drawingml/2006/main">
              <a:ext uri="{FF2B5EF4-FFF2-40B4-BE49-F238E27FC236}">
                <a16:creationId xmlns:a16="http://schemas.microsoft.com/office/drawing/2014/main" id="{A2F7F456-8695-455A-B35A-CFA11678B64F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746188" y="1279442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2" name="Google Shape;212;p7">
            <a:extLst xmlns:a="http://schemas.openxmlformats.org/drawingml/2006/main">
              <a:ext uri="{FF2B5EF4-FFF2-40B4-BE49-F238E27FC236}">
                <a16:creationId xmlns:a16="http://schemas.microsoft.com/office/drawing/2014/main" id="{6CB16BFE-8CCF-4E9C-A4AE-5EA6E9A65505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5746188" y="1600442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13" name="Google Shape;213;p7">
            <a:extLst xmlns:a="http://schemas.openxmlformats.org/drawingml/2006/main">
              <a:ext uri="{FF2B5EF4-FFF2-40B4-BE49-F238E27FC236}">
                <a16:creationId xmlns:a16="http://schemas.microsoft.com/office/drawing/2014/main" id="{EC36D506-DD4A-492A-B1D3-8D5B692B2B7A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7556713" y="1279442"/>
            <a:ext cx="1205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sz="10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14" name="Google Shape;214;p7">
            <a:extLst xmlns:a="http://schemas.openxmlformats.org/drawingml/2006/main">
              <a:ext uri="{FF2B5EF4-FFF2-40B4-BE49-F238E27FC236}">
                <a16:creationId xmlns:a16="http://schemas.microsoft.com/office/drawing/2014/main" id="{E5056403-FA61-44B7-8B05-ABC1333A89BD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7556713" y="1600442"/>
            <a:ext cx="1272600" cy="2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15" name="Google Shape;215;p7">
            <a:extLst xmlns:a="http://schemas.openxmlformats.org/drawingml/2006/main">
              <a:ext uri="{FF2B5EF4-FFF2-40B4-BE49-F238E27FC236}">
                <a16:creationId xmlns:a16="http://schemas.microsoft.com/office/drawing/2014/main" id="{071E3FA4-9541-41CC-B975-B254BD904CE9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228675" y="3618600"/>
            <a:ext cx="1444500" cy="106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16" name="Google Shape;216;p7">
            <a:extLst xmlns:a="http://schemas.openxmlformats.org/drawingml/2006/main">
              <a:ext uri="{FF2B5EF4-FFF2-40B4-BE49-F238E27FC236}">
                <a16:creationId xmlns:a16="http://schemas.microsoft.com/office/drawing/2014/main" id="{3CADFEF1-D0B8-4984-9606-437D48B923CA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039100" y="3618600"/>
            <a:ext cx="1444500" cy="106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17" name="Google Shape;217;p7">
            <a:extLst xmlns:a="http://schemas.openxmlformats.org/drawingml/2006/main">
              <a:ext uri="{FF2B5EF4-FFF2-40B4-BE49-F238E27FC236}">
                <a16:creationId xmlns:a16="http://schemas.microsoft.com/office/drawing/2014/main" id="{3E37E94D-4730-4F08-8E17-9997A3083A9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849525" y="3618600"/>
            <a:ext cx="1444500" cy="106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18" name="Google Shape;218;p7">
            <a:extLst xmlns:a="http://schemas.openxmlformats.org/drawingml/2006/main">
              <a:ext uri="{FF2B5EF4-FFF2-40B4-BE49-F238E27FC236}">
                <a16:creationId xmlns:a16="http://schemas.microsoft.com/office/drawing/2014/main" id="{D191876D-52EF-4FAC-BED5-F7A63CAE4B04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659950" y="3618600"/>
            <a:ext cx="1444500" cy="106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19" name="Google Shape;219;p7">
            <a:extLst xmlns:a="http://schemas.openxmlformats.org/drawingml/2006/main">
              <a:ext uri="{FF2B5EF4-FFF2-40B4-BE49-F238E27FC236}">
                <a16:creationId xmlns:a16="http://schemas.microsoft.com/office/drawing/2014/main" id="{A94B6129-B5A8-4EE7-8843-D59A59752961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470375" y="3618600"/>
            <a:ext cx="1444500" cy="106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Title only">
  <p:cSld name="BLANK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8">
            <a:extLst xmlns:a="http://schemas.openxmlformats.org/drawingml/2006/main">
              <a:ext uri="{FF2B5EF4-FFF2-40B4-BE49-F238E27FC236}">
                <a16:creationId xmlns:a16="http://schemas.microsoft.com/office/drawing/2014/main" id="{BA0AB535-BD24-44E2-8232-5A13A31CD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17"/>
            <a:ext cx="64803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Five blocks">
  <p:cSld name="BLANK_1_1_1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3" name="Google Shape;223;p9">
            <a:extLst xmlns:a="http://schemas.openxmlformats.org/drawingml/2006/main">
              <a:ext uri="{FF2B5EF4-FFF2-40B4-BE49-F238E27FC236}">
                <a16:creationId xmlns:a16="http://schemas.microsoft.com/office/drawing/2014/main" id="{B571EB43-29AE-43CB-9B46-70040667F2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4600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4" name="Google Shape;224;p9">
            <a:extLst xmlns:a="http://schemas.openxmlformats.org/drawingml/2006/main">
              <a:ext uri="{FF2B5EF4-FFF2-40B4-BE49-F238E27FC236}">
                <a16:creationId xmlns:a16="http://schemas.microsoft.com/office/drawing/2014/main" id="{E66E575C-2AC9-4C79-BC18-3E9BD87A7B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4600" y="1984850"/>
            <a:ext cx="2466300" cy="95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25" name="Google Shape;225;p9">
            <a:extLst xmlns:a="http://schemas.openxmlformats.org/drawingml/2006/main">
              <a:ext uri="{FF2B5EF4-FFF2-40B4-BE49-F238E27FC236}">
                <a16:creationId xmlns:a16="http://schemas.microsoft.com/office/drawing/2014/main" id="{6B06EA23-8F55-460C-8CB6-F92002F8486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29688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6" name="Google Shape;226;p9">
            <a:extLst xmlns:a="http://schemas.openxmlformats.org/drawingml/2006/main">
              <a:ext uri="{FF2B5EF4-FFF2-40B4-BE49-F238E27FC236}">
                <a16:creationId xmlns:a16="http://schemas.microsoft.com/office/drawing/2014/main" id="{45BD0A61-52FF-45E5-9777-4A5960D98F9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29688" y="1984850"/>
            <a:ext cx="2466300" cy="95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27" name="Google Shape;227;p9">
            <a:extLst xmlns:a="http://schemas.openxmlformats.org/drawingml/2006/main">
              <a:ext uri="{FF2B5EF4-FFF2-40B4-BE49-F238E27FC236}">
                <a16:creationId xmlns:a16="http://schemas.microsoft.com/office/drawing/2014/main" id="{19BBEC07-4B12-4560-BA65-D7165863B6C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37091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28" name="Google Shape;228;p9">
            <a:extLst xmlns:a="http://schemas.openxmlformats.org/drawingml/2006/main">
              <a:ext uri="{FF2B5EF4-FFF2-40B4-BE49-F238E27FC236}">
                <a16:creationId xmlns:a16="http://schemas.microsoft.com/office/drawing/2014/main" id="{F2426180-1429-4C7F-B58C-A56D3C03723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37091" y="1984850"/>
            <a:ext cx="2466300" cy="95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29" name="Google Shape;229;p9">
            <a:extLst xmlns:a="http://schemas.openxmlformats.org/drawingml/2006/main">
              <a:ext uri="{FF2B5EF4-FFF2-40B4-BE49-F238E27FC236}">
                <a16:creationId xmlns:a16="http://schemas.microsoft.com/office/drawing/2014/main" id="{AA749070-840E-4881-8917-C404217555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481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30" name="Google Shape;230;p9">
            <a:extLst xmlns:a="http://schemas.openxmlformats.org/drawingml/2006/main">
              <a:ext uri="{FF2B5EF4-FFF2-40B4-BE49-F238E27FC236}">
                <a16:creationId xmlns:a16="http://schemas.microsoft.com/office/drawing/2014/main" id="{3C8FB6C6-603A-4697-8ED5-0315C2FD857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24600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1" name="Google Shape;231;p9">
            <a:extLst xmlns:a="http://schemas.openxmlformats.org/drawingml/2006/main">
              <a:ext uri="{FF2B5EF4-FFF2-40B4-BE49-F238E27FC236}">
                <a16:creationId xmlns:a16="http://schemas.microsoft.com/office/drawing/2014/main" id="{3C7556C2-06D7-4393-8736-551B062EB16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24600" y="3724325"/>
            <a:ext cx="3718800" cy="4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32" name="Google Shape;232;p9">
            <a:extLst xmlns:a="http://schemas.openxmlformats.org/drawingml/2006/main">
              <a:ext uri="{FF2B5EF4-FFF2-40B4-BE49-F238E27FC236}">
                <a16:creationId xmlns:a16="http://schemas.microsoft.com/office/drawing/2014/main" id="{7B914EF5-3867-4445-AA21-12683F88C01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815675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3" name="Google Shape;233;p9">
            <a:extLst xmlns:a="http://schemas.openxmlformats.org/drawingml/2006/main">
              <a:ext uri="{FF2B5EF4-FFF2-40B4-BE49-F238E27FC236}">
                <a16:creationId xmlns:a16="http://schemas.microsoft.com/office/drawing/2014/main" id="{2758334A-9AA2-410D-965A-AD4CA895354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815675" y="3724325"/>
            <a:ext cx="3718800" cy="4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Features">
  <p:cSld name="BLANK_1_1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10">
            <a:extLst xmlns:a="http://schemas.openxmlformats.org/drawingml/2006/main">
              <a:ext uri="{FF2B5EF4-FFF2-40B4-BE49-F238E27FC236}">
                <a16:creationId xmlns:a16="http://schemas.microsoft.com/office/drawing/2014/main" id="{93A9C461-155D-4B86-B1B8-D261DB249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17"/>
            <a:ext cx="64803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36" name="Google Shape;236;p10">
            <a:extLst xmlns:a="http://schemas.openxmlformats.org/drawingml/2006/main">
              <a:ext uri="{FF2B5EF4-FFF2-40B4-BE49-F238E27FC236}">
                <a16:creationId xmlns:a16="http://schemas.microsoft.com/office/drawing/2014/main" id="{588BBF5E-B53E-46DB-B45D-B727092B398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46025" y="1291825"/>
            <a:ext cx="1232400" cy="1283100"/>
          </a:xfrm>
          <a:prstGeom xmlns:a="http://schemas.openxmlformats.org/drawingml/2006/main" prst="snip1Rect">
            <a:avLst>
              <a:gd name="adj" fmla="val 4429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37" name="Google Shape;237;p10">
            <a:extLst xmlns:a="http://schemas.openxmlformats.org/drawingml/2006/main">
              <a:ext uri="{FF2B5EF4-FFF2-40B4-BE49-F238E27FC236}">
                <a16:creationId xmlns:a16="http://schemas.microsoft.com/office/drawing/2014/main" id="{F637147F-5C03-4D82-A691-D232750E90C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526650" y="1291825"/>
            <a:ext cx="1232400" cy="1283100"/>
          </a:xfrm>
          <a:prstGeom xmlns:a="http://schemas.openxmlformats.org/drawingml/2006/main" prst="snip1Rect">
            <a:avLst>
              <a:gd name="adj" fmla="val 4429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38" name="Google Shape;238;p10">
            <a:extLst xmlns:a="http://schemas.openxmlformats.org/drawingml/2006/main">
              <a:ext uri="{FF2B5EF4-FFF2-40B4-BE49-F238E27FC236}">
                <a16:creationId xmlns:a16="http://schemas.microsoft.com/office/drawing/2014/main" id="{E610CE17-3EDF-46F7-B5A7-9ADA91C192C9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982125" y="2570200"/>
            <a:ext cx="1232400" cy="1292100"/>
          </a:xfrm>
          <a:prstGeom xmlns:a="http://schemas.openxmlformats.org/drawingml/2006/main" prst="snip1Rect">
            <a:avLst>
              <a:gd name="adj" fmla="val 4429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39" name="Google Shape;239;p10">
            <a:extLst xmlns:a="http://schemas.openxmlformats.org/drawingml/2006/main">
              <a:ext uri="{FF2B5EF4-FFF2-40B4-BE49-F238E27FC236}">
                <a16:creationId xmlns:a16="http://schemas.microsoft.com/office/drawing/2014/main" id="{6BA628CA-12A6-4951-BFA7-BC2A13C24D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477" y="2667425"/>
            <a:ext cx="19473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 b="1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40" name="Google Shape;240;p10">
            <a:extLst xmlns:a="http://schemas.openxmlformats.org/drawingml/2006/main">
              <a:ext uri="{FF2B5EF4-FFF2-40B4-BE49-F238E27FC236}">
                <a16:creationId xmlns:a16="http://schemas.microsoft.com/office/drawing/2014/main" id="{960DBA2D-7E0F-42A4-B87D-5C35D7CA183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28475" y="3167625"/>
            <a:ext cx="2195100" cy="69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241" name="Google Shape;241;p10">
            <a:extLst xmlns:a="http://schemas.openxmlformats.org/drawingml/2006/main">
              <a:ext uri="{FF2B5EF4-FFF2-40B4-BE49-F238E27FC236}">
                <a16:creationId xmlns:a16="http://schemas.microsoft.com/office/drawing/2014/main" id="{D84FF97E-1DF9-43B2-A45F-404254CDE483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2833342" y="3971788"/>
            <a:ext cx="19473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2" name="Google Shape;242;p10">
            <a:extLst xmlns:a="http://schemas.openxmlformats.org/drawingml/2006/main">
              <a:ext uri="{FF2B5EF4-FFF2-40B4-BE49-F238E27FC236}">
                <a16:creationId xmlns:a16="http://schemas.microsoft.com/office/drawing/2014/main" id="{3E1A992D-51BF-452D-86EC-1548DC376C13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833350" y="4471996"/>
            <a:ext cx="2195100" cy="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243" name="Google Shape;243;p10">
            <a:extLst xmlns:a="http://schemas.openxmlformats.org/drawingml/2006/main">
              <a:ext uri="{FF2B5EF4-FFF2-40B4-BE49-F238E27FC236}">
                <a16:creationId xmlns:a16="http://schemas.microsoft.com/office/drawing/2014/main" id="{3599BBA1-EBD0-446A-A681-D5E9FD6D878C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382242" y="2686145"/>
            <a:ext cx="19473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 b="1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44" name="Google Shape;244;p10">
            <a:extLst xmlns:a="http://schemas.openxmlformats.org/drawingml/2006/main">
              <a:ext uri="{FF2B5EF4-FFF2-40B4-BE49-F238E27FC236}">
                <a16:creationId xmlns:a16="http://schemas.microsoft.com/office/drawing/2014/main" id="{3C942CB3-2FFA-4958-9155-DBE847F1B11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382250" y="3186352"/>
            <a:ext cx="2195100" cy="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245" name="Google Shape;245;p10">
            <a:extLst xmlns:a="http://schemas.openxmlformats.org/drawingml/2006/main">
              <a:ext uri="{FF2B5EF4-FFF2-40B4-BE49-F238E27FC236}">
                <a16:creationId xmlns:a16="http://schemas.microsoft.com/office/drawing/2014/main" id="{0CD184B2-A247-4ADF-B8B2-7B2138600351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2418550" y="2576525"/>
            <a:ext cx="256500" cy="27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6" name="Google Shape;246;p10">
            <a:extLst xmlns:a="http://schemas.openxmlformats.org/drawingml/2006/main">
              <a:ext uri="{FF2B5EF4-FFF2-40B4-BE49-F238E27FC236}">
                <a16:creationId xmlns:a16="http://schemas.microsoft.com/office/drawing/2014/main" id="{8EEC78FC-D4B1-4FB1-B505-6CB903545742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958025" y="3866186"/>
            <a:ext cx="256500" cy="27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47" name="Google Shape;247;p10">
            <a:extLst xmlns:a="http://schemas.openxmlformats.org/drawingml/2006/main">
              <a:ext uri="{FF2B5EF4-FFF2-40B4-BE49-F238E27FC236}">
                <a16:creationId xmlns:a16="http://schemas.microsoft.com/office/drawing/2014/main" id="{8F9E57CA-642D-4204-ABF0-3E83D93A377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7502550" y="2578054"/>
            <a:ext cx="256500" cy="27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3 cards">
  <p:cSld name="CUSTOM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8" name="Google Shape;24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1df5f442284f4a">
            <a:alphaModFix/>
          </a:blip>
          <a:srcRect xmlns:a="http://schemas.openxmlformats.org/drawingml/2006/main" l="0" t="6703" r="17932" b="7467"/>
          <a:stretch xmlns:a="http://schemas.openxmlformats.org/drawingml/2006/main"/>
        </p:blipFill>
        <p:spPr>
          <a:xfrm xmlns:a="http://schemas.openxmlformats.org/drawingml/2006/main">
            <a:off x="5425450" y="0"/>
            <a:ext cx="3718549" cy="40979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0" name="Google Shape;250;p11">
            <a:extLst xmlns:a="http://schemas.openxmlformats.org/drawingml/2006/main">
              <a:ext uri="{FF2B5EF4-FFF2-40B4-BE49-F238E27FC236}">
                <a16:creationId xmlns:a16="http://schemas.microsoft.com/office/drawing/2014/main" id="{64D8A0DE-6DF9-443D-800C-A079F220F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17"/>
            <a:ext cx="64803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51" name="Google Shape;251;p11">
            <a:extLst xmlns:a="http://schemas.openxmlformats.org/drawingml/2006/main">
              <a:ext uri="{FF2B5EF4-FFF2-40B4-BE49-F238E27FC236}">
                <a16:creationId xmlns:a16="http://schemas.microsoft.com/office/drawing/2014/main" id="{11F658B5-A2C2-4DE3-B19B-E2058F19465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0525" y="1771575"/>
            <a:ext cx="23250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52" name="Google Shape;252;p11">
            <a:extLst xmlns:a="http://schemas.openxmlformats.org/drawingml/2006/main">
              <a:ext uri="{FF2B5EF4-FFF2-40B4-BE49-F238E27FC236}">
                <a16:creationId xmlns:a16="http://schemas.microsoft.com/office/drawing/2014/main" id="{76F20951-5C10-4D4A-A553-19DCB85B733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40525" y="2628017"/>
            <a:ext cx="21990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53" name="Google Shape;253;p11">
            <a:extLst xmlns:a="http://schemas.openxmlformats.org/drawingml/2006/main">
              <a:ext uri="{FF2B5EF4-FFF2-40B4-BE49-F238E27FC236}">
                <a16:creationId xmlns:a16="http://schemas.microsoft.com/office/drawing/2014/main" id="{F0A781D5-B87C-4463-9389-286E45D69E5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466575" y="1771575"/>
            <a:ext cx="23250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54" name="Google Shape;254;p11">
            <a:extLst xmlns:a="http://schemas.openxmlformats.org/drawingml/2006/main">
              <a:ext uri="{FF2B5EF4-FFF2-40B4-BE49-F238E27FC236}">
                <a16:creationId xmlns:a16="http://schemas.microsoft.com/office/drawing/2014/main" id="{819FDAC1-52A0-4E44-A41E-F5E8F5DCC0A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466575" y="2628017"/>
            <a:ext cx="21990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55" name="Google Shape;255;p11">
            <a:extLst xmlns:a="http://schemas.openxmlformats.org/drawingml/2006/main">
              <a:ext uri="{FF2B5EF4-FFF2-40B4-BE49-F238E27FC236}">
                <a16:creationId xmlns:a16="http://schemas.microsoft.com/office/drawing/2014/main" id="{81C96898-0529-490E-94A9-5395D0C996F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392625" y="1771575"/>
            <a:ext cx="23250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56" name="Google Shape;256;p11">
            <a:extLst xmlns:a="http://schemas.openxmlformats.org/drawingml/2006/main">
              <a:ext uri="{FF2B5EF4-FFF2-40B4-BE49-F238E27FC236}">
                <a16:creationId xmlns:a16="http://schemas.microsoft.com/office/drawing/2014/main" id="{8D5534F3-A545-4E1C-AA40-D6E954A45AE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392625" y="2628017"/>
            <a:ext cx="21990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Image w/ 3 ideas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1" name="Google Shape;258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1490799da84a12">
            <a:alphaModFix/>
          </a:blip>
          <a:srcRect xmlns:a="http://schemas.openxmlformats.org/drawingml/2006/main" l="14900" t="15236" r="18071" b="15068"/>
          <a:stretch xmlns:a="http://schemas.openxmlformats.org/drawingml/2006/main"/>
        </p:blipFill>
        <p:spPr>
          <a:xfrm xmlns:a="http://schemas.openxmlformats.org/drawingml/2006/main">
            <a:off x="2750850" y="1538351"/>
            <a:ext cx="1791900" cy="21759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9" name="Google Shape;259;p12">
            <a:extLst xmlns:a="http://schemas.openxmlformats.org/drawingml/2006/main">
              <a:ext uri="{FF2B5EF4-FFF2-40B4-BE49-F238E27FC236}">
                <a16:creationId xmlns:a16="http://schemas.microsoft.com/office/drawing/2014/main" id="{E2E3AC62-41DE-49DF-9D80-7C2E0A3C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020350" y="3151875"/>
            <a:ext cx="2509500" cy="121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60" name="Google Shape;260;p12">
            <a:extLst xmlns:a="http://schemas.openxmlformats.org/drawingml/2006/main">
              <a:ext uri="{FF2B5EF4-FFF2-40B4-BE49-F238E27FC236}">
                <a16:creationId xmlns:a16="http://schemas.microsoft.com/office/drawing/2014/main" id="{837D1F58-1B71-48D9-88C5-46012186A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42963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61" name="Google Shape;261;p12">
            <a:extLst xmlns:a="http://schemas.openxmlformats.org/drawingml/2006/main">
              <a:ext uri="{FF2B5EF4-FFF2-40B4-BE49-F238E27FC236}">
                <a16:creationId xmlns:a16="http://schemas.microsoft.com/office/drawing/2014/main" id="{984D144E-F8D6-4BA4-A176-5E69AFA4F9B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28425" y="2450950"/>
            <a:ext cx="1791900" cy="19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2" name="Google Shape;262;p12">
            <a:extLst xmlns:a="http://schemas.openxmlformats.org/drawingml/2006/main">
              <a:ext uri="{FF2B5EF4-FFF2-40B4-BE49-F238E27FC236}">
                <a16:creationId xmlns:a16="http://schemas.microsoft.com/office/drawing/2014/main" id="{D916346E-FDFF-43A4-A1AD-97817544E0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50204" y="3212736"/>
            <a:ext cx="16365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 b="1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3" name="Google Shape;263;p12">
            <a:extLst xmlns:a="http://schemas.openxmlformats.org/drawingml/2006/main">
              <a:ext uri="{FF2B5EF4-FFF2-40B4-BE49-F238E27FC236}">
                <a16:creationId xmlns:a16="http://schemas.microsoft.com/office/drawing/2014/main" id="{E53F3AD3-DEE8-4E2C-A1E3-D7ECCA8935F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150200" y="3668125"/>
            <a:ext cx="22611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4" name="Google Shape;264;p12">
            <a:extLst xmlns:a="http://schemas.openxmlformats.org/drawingml/2006/main">
              <a:ext uri="{FF2B5EF4-FFF2-40B4-BE49-F238E27FC236}">
                <a16:creationId xmlns:a16="http://schemas.microsoft.com/office/drawing/2014/main" id="{44EBF6D9-F286-4001-B91D-727809DD6EA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122828" y="399200"/>
            <a:ext cx="2792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 b="1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65" name="Google Shape;265;p12">
            <a:extLst xmlns:a="http://schemas.openxmlformats.org/drawingml/2006/main">
              <a:ext uri="{FF2B5EF4-FFF2-40B4-BE49-F238E27FC236}">
                <a16:creationId xmlns:a16="http://schemas.microsoft.com/office/drawing/2014/main" id="{8B6B5700-868D-447D-B5F6-59C75369046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22827" y="837400"/>
            <a:ext cx="2792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6" name="Google Shape;266;p12">
            <a:extLst xmlns:a="http://schemas.openxmlformats.org/drawingml/2006/main">
              <a:ext uri="{FF2B5EF4-FFF2-40B4-BE49-F238E27FC236}">
                <a16:creationId xmlns:a16="http://schemas.microsoft.com/office/drawing/2014/main" id="{6F726757-F1A1-4B59-9317-6B88F3DCBBD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122828" y="1964891"/>
            <a:ext cx="2792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 b="1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67" name="Google Shape;267;p12">
            <a:extLst xmlns:a="http://schemas.openxmlformats.org/drawingml/2006/main">
              <a:ext uri="{FF2B5EF4-FFF2-40B4-BE49-F238E27FC236}">
                <a16:creationId xmlns:a16="http://schemas.microsoft.com/office/drawing/2014/main" id="{DA15B530-BF80-4020-A1EE-54EE1F24B91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6122827" y="2403091"/>
            <a:ext cx="2792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68" name="Google Shape;268;p12">
            <a:extLst xmlns:a="http://schemas.openxmlformats.org/drawingml/2006/main">
              <a:ext uri="{FF2B5EF4-FFF2-40B4-BE49-F238E27FC236}">
                <a16:creationId xmlns:a16="http://schemas.microsoft.com/office/drawing/2014/main" id="{08140DCA-493F-49FF-A6F8-281A9EA055A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122828" y="3532866"/>
            <a:ext cx="2792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 b="1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69" name="Google Shape;269;p12">
            <a:extLst xmlns:a="http://schemas.openxmlformats.org/drawingml/2006/main">
              <a:ext uri="{FF2B5EF4-FFF2-40B4-BE49-F238E27FC236}">
                <a16:creationId xmlns:a16="http://schemas.microsoft.com/office/drawing/2014/main" id="{52BD4D63-83FA-4BB4-BDE7-96FAC745001B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22827" y="3971066"/>
            <a:ext cx="2792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matchingName="3 ideas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7ADC1CC9-B12A-4309-89AA-36DF9E9365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90850" y="2481900"/>
            <a:ext cx="1222800" cy="37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9CF0734F-5285-4FA0-821D-D663FAED1CB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90850" y="3812700"/>
            <a:ext cx="1222800" cy="37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1194AD3E-FC00-4280-882F-9F29704059D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90850" y="1151100"/>
            <a:ext cx="1222800" cy="37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F119C92C-D021-4AA8-9CE4-0CC1EC3DDA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29262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0805BBEE-7947-4515-894F-297B97BA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550" y="1151100"/>
            <a:ext cx="741300" cy="1330800"/>
          </a:xfrm>
          <a:prstGeom xmlns:a="http://schemas.openxmlformats.org/drawingml/2006/main" prst="snip2DiagRect">
            <a:avLst>
              <a:gd name="adj1" fmla="val 0"/>
              <a:gd name="adj2" fmla="val 39159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2CB347B5-9A39-4E95-A01C-3E975F97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550" y="2481900"/>
            <a:ext cx="741300" cy="1330800"/>
          </a:xfrm>
          <a:prstGeom xmlns:a="http://schemas.openxmlformats.org/drawingml/2006/main" prst="snip2DiagRect">
            <a:avLst>
              <a:gd name="adj1" fmla="val 0"/>
              <a:gd name="adj2" fmla="val 39159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D33BE442-6F87-4D5E-9521-9A951172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550" y="-179700"/>
            <a:ext cx="741300" cy="1330800"/>
          </a:xfrm>
          <a:prstGeom xmlns:a="http://schemas.openxmlformats.org/drawingml/2006/main" prst="snip2DiagRect">
            <a:avLst>
              <a:gd name="adj1" fmla="val 0"/>
              <a:gd name="adj2" fmla="val 39159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E7C63CB4-4ED7-4A5D-A891-54018158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550" y="3812700"/>
            <a:ext cx="741300" cy="1330800"/>
          </a:xfrm>
          <a:prstGeom xmlns:a="http://schemas.openxmlformats.org/drawingml/2006/main" prst="snip2DiagRect">
            <a:avLst>
              <a:gd name="adj1" fmla="val 0"/>
              <a:gd name="adj2" fmla="val 39159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297C3822-1A1C-48B0-BD71-547B603BEC5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080700" y="1199945"/>
            <a:ext cx="2834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03B3468A-A1C6-4A92-9BC1-308B5CA8646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080700" y="2530745"/>
            <a:ext cx="2834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81" name="Google Shape;281;p13">
            <a:extLst xmlns:a="http://schemas.openxmlformats.org/drawingml/2006/main">
              <a:ext uri="{FF2B5EF4-FFF2-40B4-BE49-F238E27FC236}">
                <a16:creationId xmlns:a16="http://schemas.microsoft.com/office/drawing/2014/main" id="{96558308-C0B6-4DB6-A5C6-1DA7D019543C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80700" y="3861545"/>
            <a:ext cx="2834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4 columns w/ text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14">
            <a:extLst xmlns:a="http://schemas.openxmlformats.org/drawingml/2006/main">
              <a:ext uri="{FF2B5EF4-FFF2-40B4-BE49-F238E27FC236}">
                <a16:creationId xmlns:a16="http://schemas.microsoft.com/office/drawing/2014/main" id="{3A672AB3-CA2C-493A-91ED-D14F65D09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84" name="Google Shape;284;p14">
            <a:extLst xmlns:a="http://schemas.openxmlformats.org/drawingml/2006/main">
              <a:ext uri="{FF2B5EF4-FFF2-40B4-BE49-F238E27FC236}">
                <a16:creationId xmlns:a16="http://schemas.microsoft.com/office/drawing/2014/main" id="{72217A06-11B0-4498-8DEC-4263732305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952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5" name="Google Shape;285;p14">
            <a:extLst xmlns:a="http://schemas.openxmlformats.org/drawingml/2006/main">
              <a:ext uri="{FF2B5EF4-FFF2-40B4-BE49-F238E27FC236}">
                <a16:creationId xmlns:a16="http://schemas.microsoft.com/office/drawing/2014/main" id="{DFAFAF0B-A122-4A23-8F7A-531EAF3CD0A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42747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6" name="Google Shape;286;p14">
            <a:extLst xmlns:a="http://schemas.openxmlformats.org/drawingml/2006/main">
              <a:ext uri="{FF2B5EF4-FFF2-40B4-BE49-F238E27FC236}">
                <a16:creationId xmlns:a16="http://schemas.microsoft.com/office/drawing/2014/main" id="{C2C13B97-B37F-4C59-B111-27BB9B0750B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2700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7" name="Google Shape;287;p14">
            <a:extLst xmlns:a="http://schemas.openxmlformats.org/drawingml/2006/main">
              <a:ext uri="{FF2B5EF4-FFF2-40B4-BE49-F238E27FC236}">
                <a16:creationId xmlns:a16="http://schemas.microsoft.com/office/drawing/2014/main" id="{BEA0D59F-F9FC-4FCC-B7F2-A3315CDCA3D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13656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8" name="Google Shape;288;p14">
            <a:extLst xmlns:a="http://schemas.openxmlformats.org/drawingml/2006/main">
              <a:ext uri="{FF2B5EF4-FFF2-40B4-BE49-F238E27FC236}">
                <a16:creationId xmlns:a16="http://schemas.microsoft.com/office/drawing/2014/main" id="{88621E58-3F64-48E2-A714-745A6F139190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61325" y="2353450"/>
            <a:ext cx="1566600" cy="182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89" name="Google Shape;289;p14">
            <a:extLst xmlns:a="http://schemas.openxmlformats.org/drawingml/2006/main">
              <a:ext uri="{FF2B5EF4-FFF2-40B4-BE49-F238E27FC236}">
                <a16:creationId xmlns:a16="http://schemas.microsoft.com/office/drawing/2014/main" id="{90247B87-161C-432E-8AA9-C029264D8DEA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57388" y="2353450"/>
            <a:ext cx="1566600" cy="182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90" name="Google Shape;290;p14">
            <a:extLst xmlns:a="http://schemas.openxmlformats.org/drawingml/2006/main">
              <a:ext uri="{FF2B5EF4-FFF2-40B4-BE49-F238E27FC236}">
                <a16:creationId xmlns:a16="http://schemas.microsoft.com/office/drawing/2014/main" id="{A780F3FC-5D88-41E5-B38A-80695F687DCA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958413" y="2353450"/>
            <a:ext cx="1566600" cy="182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marL="9144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marL="13716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marL="18288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marL="22860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marL="27432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marL="32004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marL="36576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marL="4114800" indent="-279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91" name="Google Shape;291;p14">
            <a:extLst xmlns:a="http://schemas.openxmlformats.org/drawingml/2006/main">
              <a:ext uri="{FF2B5EF4-FFF2-40B4-BE49-F238E27FC236}">
                <a16:creationId xmlns:a16="http://schemas.microsoft.com/office/drawing/2014/main" id="{2A2D9B1A-73C2-4557-A597-0C527E157A3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46863" y="2353450"/>
            <a:ext cx="1566600" cy="182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292" name="Google Shape;292;p14">
            <a:extLst xmlns:a="http://schemas.openxmlformats.org/drawingml/2006/main">
              <a:ext uri="{FF2B5EF4-FFF2-40B4-BE49-F238E27FC236}">
                <a16:creationId xmlns:a16="http://schemas.microsoft.com/office/drawing/2014/main" id="{F4F87BB8-2B43-469A-947D-5EB78E7B7302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93" name="Google Shape;293;p14">
            <a:extLst xmlns:a="http://schemas.openxmlformats.org/drawingml/2006/main">
              <a:ext uri="{FF2B5EF4-FFF2-40B4-BE49-F238E27FC236}">
                <a16:creationId xmlns:a16="http://schemas.microsoft.com/office/drawing/2014/main" id="{1F929968-C2B2-4E8C-9EB1-EEEC452B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able">
  <p:cSld name="CUSTOM_5_2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Google Shape;295;p15">
            <a:extLst xmlns:a="http://schemas.openxmlformats.org/drawingml/2006/main">
              <a:ext uri="{FF2B5EF4-FFF2-40B4-BE49-F238E27FC236}">
                <a16:creationId xmlns:a16="http://schemas.microsoft.com/office/drawing/2014/main" id="{CC71566A-1F70-4197-9DD1-060285B96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296" name="Google Shape;296;p15">
            <a:extLst xmlns:a="http://schemas.openxmlformats.org/drawingml/2006/main">
              <a:ext uri="{FF2B5EF4-FFF2-40B4-BE49-F238E27FC236}">
                <a16:creationId xmlns:a16="http://schemas.microsoft.com/office/drawing/2014/main" id="{3814939A-CF62-4AB5-B554-1C54EAA9C8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97" name="Google Shape;297;p15">
            <a:extLst xmlns:a="http://schemas.openxmlformats.org/drawingml/2006/main">
              <a:ext uri="{FF2B5EF4-FFF2-40B4-BE49-F238E27FC236}">
                <a16:creationId xmlns:a16="http://schemas.microsoft.com/office/drawing/2014/main" id="{E55AD365-25F4-4C37-A7D5-4F2E6A97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98" name="Google Shape;298;p15">
            <a:extLst xmlns:a="http://schemas.openxmlformats.org/drawingml/2006/main">
              <a:ext uri="{FF2B5EF4-FFF2-40B4-BE49-F238E27FC236}">
                <a16:creationId xmlns:a16="http://schemas.microsoft.com/office/drawing/2014/main" id="{61A04823-5DBF-4CD4-9D23-DB580D5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99" name="Google Shape;299;p15">
            <a:extLst xmlns:a="http://schemas.openxmlformats.org/drawingml/2006/main">
              <a:ext uri="{FF2B5EF4-FFF2-40B4-BE49-F238E27FC236}">
                <a16:creationId xmlns:a16="http://schemas.microsoft.com/office/drawing/2014/main" id="{4AE05693-BE2F-4518-9E4C-9A6B41F5341B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977175" y="1698625"/>
            <a:ext cx="13695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0" name="Google Shape;300;p15">
            <a:extLst xmlns:a="http://schemas.openxmlformats.org/drawingml/2006/main">
              <a:ext uri="{FF2B5EF4-FFF2-40B4-BE49-F238E27FC236}">
                <a16:creationId xmlns:a16="http://schemas.microsoft.com/office/drawing/2014/main" id="{7FB62C75-865B-47B7-9D6D-06F64136A48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623185" y="1698625"/>
            <a:ext cx="13695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1" name="Google Shape;301;p15">
            <a:extLst xmlns:a="http://schemas.openxmlformats.org/drawingml/2006/main">
              <a:ext uri="{FF2B5EF4-FFF2-40B4-BE49-F238E27FC236}">
                <a16:creationId xmlns:a16="http://schemas.microsoft.com/office/drawing/2014/main" id="{7EC02C63-63AE-4E5A-8F5C-E40E5934C98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465499" y="1698625"/>
            <a:ext cx="13695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2" name="Google Shape;302;p15">
            <a:extLst xmlns:a="http://schemas.openxmlformats.org/drawingml/2006/main">
              <a:ext uri="{FF2B5EF4-FFF2-40B4-BE49-F238E27FC236}">
                <a16:creationId xmlns:a16="http://schemas.microsoft.com/office/drawing/2014/main" id="{B5587E31-7D05-45D7-8C80-6E4CD88A22DE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85125" y="2200600"/>
            <a:ext cx="15033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3" name="Google Shape;303;p15">
            <a:extLst xmlns:a="http://schemas.openxmlformats.org/drawingml/2006/main">
              <a:ext uri="{FF2B5EF4-FFF2-40B4-BE49-F238E27FC236}">
                <a16:creationId xmlns:a16="http://schemas.microsoft.com/office/drawing/2014/main" id="{80BED589-DF6C-4573-A7AF-84DDE1796B2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385125" y="2610850"/>
            <a:ext cx="15033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4" name="Google Shape;304;p15">
            <a:extLst xmlns:a="http://schemas.openxmlformats.org/drawingml/2006/main">
              <a:ext uri="{FF2B5EF4-FFF2-40B4-BE49-F238E27FC236}">
                <a16:creationId xmlns:a16="http://schemas.microsoft.com/office/drawing/2014/main" id="{E869FAEA-542F-4A40-A7EA-9FE3742C90EE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385125" y="3024075"/>
            <a:ext cx="15033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5" name="Google Shape;305;p15">
            <a:extLst xmlns:a="http://schemas.openxmlformats.org/drawingml/2006/main">
              <a:ext uri="{FF2B5EF4-FFF2-40B4-BE49-F238E27FC236}">
                <a16:creationId xmlns:a16="http://schemas.microsoft.com/office/drawing/2014/main" id="{D0748A49-7205-4254-98A7-81B06BB61DD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85125" y="3429650"/>
            <a:ext cx="15033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6" name="Google Shape;306;p15">
            <a:extLst xmlns:a="http://schemas.openxmlformats.org/drawingml/2006/main">
              <a:ext uri="{FF2B5EF4-FFF2-40B4-BE49-F238E27FC236}">
                <a16:creationId xmlns:a16="http://schemas.microsoft.com/office/drawing/2014/main" id="{613B068B-FAEA-4CBE-8BC7-50FF2E1F7A4C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85125" y="3848500"/>
            <a:ext cx="15033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7" name="Google Shape;307;p15">
            <a:extLst xmlns:a="http://schemas.openxmlformats.org/drawingml/2006/main">
              <a:ext uri="{FF2B5EF4-FFF2-40B4-BE49-F238E27FC236}">
                <a16:creationId xmlns:a16="http://schemas.microsoft.com/office/drawing/2014/main" id="{B05AA7EB-3EA2-4E88-B0F6-BC15429F8ECC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1977175" y="220060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8" name="Google Shape;308;p15">
            <a:extLst xmlns:a="http://schemas.openxmlformats.org/drawingml/2006/main">
              <a:ext uri="{FF2B5EF4-FFF2-40B4-BE49-F238E27FC236}">
                <a16:creationId xmlns:a16="http://schemas.microsoft.com/office/drawing/2014/main" id="{9073CAC3-42D2-448F-AC1F-8CBA6C4EF40B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1977175" y="261085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09" name="Google Shape;309;p15">
            <a:extLst xmlns:a="http://schemas.openxmlformats.org/drawingml/2006/main">
              <a:ext uri="{FF2B5EF4-FFF2-40B4-BE49-F238E27FC236}">
                <a16:creationId xmlns:a16="http://schemas.microsoft.com/office/drawing/2014/main" id="{06FB0F3E-CCE1-4644-A80C-AEB5EAC3A2AD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1977175" y="302220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0" name="Google Shape;310;p15">
            <a:extLst xmlns:a="http://schemas.openxmlformats.org/drawingml/2006/main">
              <a:ext uri="{FF2B5EF4-FFF2-40B4-BE49-F238E27FC236}">
                <a16:creationId xmlns:a16="http://schemas.microsoft.com/office/drawing/2014/main" id="{D7932EB5-CCF8-4BF0-9EE5-1BF441D3FF66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1977175" y="343700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1" name="Google Shape;311;p15">
            <a:extLst xmlns:a="http://schemas.openxmlformats.org/drawingml/2006/main">
              <a:ext uri="{FF2B5EF4-FFF2-40B4-BE49-F238E27FC236}">
                <a16:creationId xmlns:a16="http://schemas.microsoft.com/office/drawing/2014/main" id="{1FF3676D-BAE7-4B40-8876-138EC1392D89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1977175" y="384945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2" name="Google Shape;312;p15">
            <a:extLst xmlns:a="http://schemas.openxmlformats.org/drawingml/2006/main">
              <a:ext uri="{FF2B5EF4-FFF2-40B4-BE49-F238E27FC236}">
                <a16:creationId xmlns:a16="http://schemas.microsoft.com/office/drawing/2014/main" id="{1C1FB1AF-BA77-4389-B55B-7581810A1A17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623175" y="220060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3" name="Google Shape;313;p15">
            <a:extLst xmlns:a="http://schemas.openxmlformats.org/drawingml/2006/main">
              <a:ext uri="{FF2B5EF4-FFF2-40B4-BE49-F238E27FC236}">
                <a16:creationId xmlns:a16="http://schemas.microsoft.com/office/drawing/2014/main" id="{6B9DB724-4C0A-4A48-9B3B-13EE467E52A5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>
            <a:off x="3623175" y="261085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4" name="Google Shape;314;p15">
            <a:extLst xmlns:a="http://schemas.openxmlformats.org/drawingml/2006/main">
              <a:ext uri="{FF2B5EF4-FFF2-40B4-BE49-F238E27FC236}">
                <a16:creationId xmlns:a16="http://schemas.microsoft.com/office/drawing/2014/main" id="{21091293-E908-419C-8BAF-FE6DCC6E089F}"/>
              </a:ext>
            </a:extLst>
          </p:cNvPr>
          <p:cNvSpPr>
            <a:spLocks xmlns:a="http://schemas.openxmlformats.org/drawingml/2006/main" noGrp="1"/>
          </p:cNvSpPr>
          <p:nvPr>
            <p:ph type="subTitle" idx="20"/>
          </p:nvPr>
        </p:nvSpPr>
        <p:spPr>
          <a:xfrm xmlns:a="http://schemas.openxmlformats.org/drawingml/2006/main">
            <a:off x="3623175" y="302220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5" name="Google Shape;315;p15">
            <a:extLst xmlns:a="http://schemas.openxmlformats.org/drawingml/2006/main">
              <a:ext uri="{FF2B5EF4-FFF2-40B4-BE49-F238E27FC236}">
                <a16:creationId xmlns:a16="http://schemas.microsoft.com/office/drawing/2014/main" id="{8D2E47E7-229A-49FB-9C21-F603F1BD87D8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>
            <a:off x="3623175" y="343700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6" name="Google Shape;316;p15">
            <a:extLst xmlns:a="http://schemas.openxmlformats.org/drawingml/2006/main">
              <a:ext uri="{FF2B5EF4-FFF2-40B4-BE49-F238E27FC236}">
                <a16:creationId xmlns:a16="http://schemas.microsoft.com/office/drawing/2014/main" id="{0AF1713D-1710-474F-86F4-D9D6D9885F53}"/>
              </a:ext>
            </a:extLst>
          </p:cNvPr>
          <p:cNvSpPr>
            <a:spLocks xmlns:a="http://schemas.openxmlformats.org/drawingml/2006/main" noGrp="1"/>
          </p:cNvSpPr>
          <p:nvPr>
            <p:ph type="subTitle" idx="22"/>
          </p:nvPr>
        </p:nvSpPr>
        <p:spPr>
          <a:xfrm xmlns:a="http://schemas.openxmlformats.org/drawingml/2006/main">
            <a:off x="3623175" y="3849450"/>
            <a:ext cx="13695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7" name="Google Shape;317;p15">
            <a:extLst xmlns:a="http://schemas.openxmlformats.org/drawingml/2006/main">
              <a:ext uri="{FF2B5EF4-FFF2-40B4-BE49-F238E27FC236}">
                <a16:creationId xmlns:a16="http://schemas.microsoft.com/office/drawing/2014/main" id="{4A4CF97E-2A9E-49A3-86DC-D649F2B52A20}"/>
              </a:ext>
            </a:extLst>
          </p:cNvPr>
          <p:cNvSpPr>
            <a:spLocks xmlns:a="http://schemas.openxmlformats.org/drawingml/2006/main" noGrp="1"/>
          </p:cNvSpPr>
          <p:nvPr>
            <p:ph type="subTitle" idx="23"/>
          </p:nvPr>
        </p:nvSpPr>
        <p:spPr>
          <a:xfrm xmlns:a="http://schemas.openxmlformats.org/drawingml/2006/main">
            <a:off x="5465501" y="2200600"/>
            <a:ext cx="28707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8" name="Google Shape;318;p15">
            <a:extLst xmlns:a="http://schemas.openxmlformats.org/drawingml/2006/main">
              <a:ext uri="{FF2B5EF4-FFF2-40B4-BE49-F238E27FC236}">
                <a16:creationId xmlns:a16="http://schemas.microsoft.com/office/drawing/2014/main" id="{A46064C8-5320-4D16-92E8-3896213233CC}"/>
              </a:ext>
            </a:extLst>
          </p:cNvPr>
          <p:cNvSpPr>
            <a:spLocks xmlns:a="http://schemas.openxmlformats.org/drawingml/2006/main" noGrp="1"/>
          </p:cNvSpPr>
          <p:nvPr>
            <p:ph type="subTitle" idx="24"/>
          </p:nvPr>
        </p:nvSpPr>
        <p:spPr>
          <a:xfrm xmlns:a="http://schemas.openxmlformats.org/drawingml/2006/main">
            <a:off x="5465501" y="2610850"/>
            <a:ext cx="28707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19" name="Google Shape;319;p15">
            <a:extLst xmlns:a="http://schemas.openxmlformats.org/drawingml/2006/main">
              <a:ext uri="{FF2B5EF4-FFF2-40B4-BE49-F238E27FC236}">
                <a16:creationId xmlns:a16="http://schemas.microsoft.com/office/drawing/2014/main" id="{4E46C1D3-0CFB-4D35-8907-5B804C41590F}"/>
              </a:ext>
            </a:extLst>
          </p:cNvPr>
          <p:cNvSpPr>
            <a:spLocks xmlns:a="http://schemas.openxmlformats.org/drawingml/2006/main" noGrp="1"/>
          </p:cNvSpPr>
          <p:nvPr>
            <p:ph type="subTitle" idx="25"/>
          </p:nvPr>
        </p:nvSpPr>
        <p:spPr>
          <a:xfrm xmlns:a="http://schemas.openxmlformats.org/drawingml/2006/main">
            <a:off x="5465501" y="3022200"/>
            <a:ext cx="28707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20" name="Google Shape;320;p15">
            <a:extLst xmlns:a="http://schemas.openxmlformats.org/drawingml/2006/main">
              <a:ext uri="{FF2B5EF4-FFF2-40B4-BE49-F238E27FC236}">
                <a16:creationId xmlns:a16="http://schemas.microsoft.com/office/drawing/2014/main" id="{D2E6BE6B-5B19-437F-8572-C9691E7A3259}"/>
              </a:ext>
            </a:extLst>
          </p:cNvPr>
          <p:cNvSpPr>
            <a:spLocks xmlns:a="http://schemas.openxmlformats.org/drawingml/2006/main" noGrp="1"/>
          </p:cNvSpPr>
          <p:nvPr>
            <p:ph type="subTitle" idx="26"/>
          </p:nvPr>
        </p:nvSpPr>
        <p:spPr>
          <a:xfrm xmlns:a="http://schemas.openxmlformats.org/drawingml/2006/main">
            <a:off x="5465501" y="3437000"/>
            <a:ext cx="28707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21" name="Google Shape;321;p15">
            <a:extLst xmlns:a="http://schemas.openxmlformats.org/drawingml/2006/main">
              <a:ext uri="{FF2B5EF4-FFF2-40B4-BE49-F238E27FC236}">
                <a16:creationId xmlns:a16="http://schemas.microsoft.com/office/drawing/2014/main" id="{3E2129E1-0E4C-4FBC-83AB-89790B3E2AA2}"/>
              </a:ext>
            </a:extLst>
          </p:cNvPr>
          <p:cNvSpPr>
            <a:spLocks xmlns:a="http://schemas.openxmlformats.org/drawingml/2006/main" noGrp="1"/>
          </p:cNvSpPr>
          <p:nvPr>
            <p:ph type="subTitle" idx="27"/>
          </p:nvPr>
        </p:nvSpPr>
        <p:spPr>
          <a:xfrm xmlns:a="http://schemas.openxmlformats.org/drawingml/2006/main">
            <a:off x="5465501" y="3849450"/>
            <a:ext cx="2870700" cy="41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matchingName="Five highlights">
  <p:cSld name="CUSTOM_5_2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Google Shape;323;p16">
            <a:extLst xmlns:a="http://schemas.openxmlformats.org/drawingml/2006/main">
              <a:ext uri="{FF2B5EF4-FFF2-40B4-BE49-F238E27FC236}">
                <a16:creationId xmlns:a16="http://schemas.microsoft.com/office/drawing/2014/main" id="{CDC85AF2-DE23-46A2-B391-011E7B2A0C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24" name="Google Shape;324;p16">
            <a:extLst xmlns:a="http://schemas.openxmlformats.org/drawingml/2006/main">
              <a:ext uri="{FF2B5EF4-FFF2-40B4-BE49-F238E27FC236}">
                <a16:creationId xmlns:a16="http://schemas.microsoft.com/office/drawing/2014/main" id="{01E52C25-9547-46B6-8108-E03483C36B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25" name="Google Shape;325;p16">
            <a:extLst xmlns:a="http://schemas.openxmlformats.org/drawingml/2006/main">
              <a:ext uri="{FF2B5EF4-FFF2-40B4-BE49-F238E27FC236}">
                <a16:creationId xmlns:a16="http://schemas.microsoft.com/office/drawing/2014/main" id="{A9508E0F-1604-4907-BB8F-C4807F2E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26" name="Google Shape;326;p16">
            <a:extLst xmlns:a="http://schemas.openxmlformats.org/drawingml/2006/main">
              <a:ext uri="{FF2B5EF4-FFF2-40B4-BE49-F238E27FC236}">
                <a16:creationId xmlns:a16="http://schemas.microsoft.com/office/drawing/2014/main" id="{0A7B3F11-43B1-4471-BECC-43316AE99C1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29525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27" name="Google Shape;327;p16">
            <a:extLst xmlns:a="http://schemas.openxmlformats.org/drawingml/2006/main">
              <a:ext uri="{FF2B5EF4-FFF2-40B4-BE49-F238E27FC236}">
                <a16:creationId xmlns:a16="http://schemas.microsoft.com/office/drawing/2014/main" id="{2D193A99-D74B-4D8F-A0D1-B7FCB1A8C9F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015702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28" name="Google Shape;328;p16">
            <a:extLst xmlns:a="http://schemas.openxmlformats.org/drawingml/2006/main">
              <a:ext uri="{FF2B5EF4-FFF2-40B4-BE49-F238E27FC236}">
                <a16:creationId xmlns:a16="http://schemas.microsoft.com/office/drawing/2014/main" id="{87E07364-9575-4ECC-ABBE-D7A332817C0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774602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29" name="Google Shape;329;p16">
            <a:extLst xmlns:a="http://schemas.openxmlformats.org/drawingml/2006/main">
              <a:ext uri="{FF2B5EF4-FFF2-40B4-BE49-F238E27FC236}">
                <a16:creationId xmlns:a16="http://schemas.microsoft.com/office/drawing/2014/main" id="{9A7F1987-C3C2-4DAE-B20C-3CCB989B2812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616677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30" name="Google Shape;330;p16">
            <a:extLst xmlns:a="http://schemas.openxmlformats.org/drawingml/2006/main">
              <a:ext uri="{FF2B5EF4-FFF2-40B4-BE49-F238E27FC236}">
                <a16:creationId xmlns:a16="http://schemas.microsoft.com/office/drawing/2014/main" id="{D16F7465-6DB8-44F9-BEC7-939720D8090F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411452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31" name="Google Shape;331;p16">
            <a:extLst xmlns:a="http://schemas.openxmlformats.org/drawingml/2006/main">
              <a:ext uri="{FF2B5EF4-FFF2-40B4-BE49-F238E27FC236}">
                <a16:creationId xmlns:a16="http://schemas.microsoft.com/office/drawing/2014/main" id="{D495CF6C-5610-41E4-9B28-E16B02B9C8CC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87584" y="2820600"/>
            <a:ext cx="12393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2" name="Google Shape;332;p16">
            <a:extLst xmlns:a="http://schemas.openxmlformats.org/drawingml/2006/main">
              <a:ext uri="{FF2B5EF4-FFF2-40B4-BE49-F238E27FC236}">
                <a16:creationId xmlns:a16="http://schemas.microsoft.com/office/drawing/2014/main" id="{3BAB5E2B-8D44-456E-907C-E10FAD03116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164609" y="2820600"/>
            <a:ext cx="12393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marL="9144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marL="13716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marL="18288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marL="22860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marL="27432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marL="32004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marL="36576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marL="411480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333" name="Google Shape;333;p16">
            <a:extLst xmlns:a="http://schemas.openxmlformats.org/drawingml/2006/main">
              <a:ext uri="{FF2B5EF4-FFF2-40B4-BE49-F238E27FC236}">
                <a16:creationId xmlns:a16="http://schemas.microsoft.com/office/drawing/2014/main" id="{DF794266-E39A-43D4-A6C8-00E54617066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3941634" y="2820600"/>
            <a:ext cx="12393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4" name="Google Shape;334;p16">
            <a:extLst xmlns:a="http://schemas.openxmlformats.org/drawingml/2006/main">
              <a:ext uri="{FF2B5EF4-FFF2-40B4-BE49-F238E27FC236}">
                <a16:creationId xmlns:a16="http://schemas.microsoft.com/office/drawing/2014/main" id="{926326A1-D296-4CC3-B34C-3F45CB6C29A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5764484" y="2820600"/>
            <a:ext cx="12393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5" name="Google Shape;335;p16">
            <a:extLst xmlns:a="http://schemas.openxmlformats.org/drawingml/2006/main">
              <a:ext uri="{FF2B5EF4-FFF2-40B4-BE49-F238E27FC236}">
                <a16:creationId xmlns:a16="http://schemas.microsoft.com/office/drawing/2014/main" id="{91B465B8-8C0E-4252-B209-9A78B2C9F99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587334" y="2820600"/>
            <a:ext cx="12393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matchingName="Three highlights w/ dots">
  <p:cSld name="CUSTOM_5_2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7" name="Google Shape;337;p17">
            <a:extLst xmlns:a="http://schemas.openxmlformats.org/drawingml/2006/main">
              <a:ext uri="{FF2B5EF4-FFF2-40B4-BE49-F238E27FC236}">
                <a16:creationId xmlns:a16="http://schemas.microsoft.com/office/drawing/2014/main" id="{CC9129D4-0DFD-48FE-A17E-325918BE6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38" name="Google Shape;338;p17">
            <a:extLst xmlns:a="http://schemas.openxmlformats.org/drawingml/2006/main">
              <a:ext uri="{FF2B5EF4-FFF2-40B4-BE49-F238E27FC236}">
                <a16:creationId xmlns:a16="http://schemas.microsoft.com/office/drawing/2014/main" id="{91D5EEDB-FE76-4F1A-9364-87244DD99F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39" name="Google Shape;339;p17">
            <a:extLst xmlns:a="http://schemas.openxmlformats.org/drawingml/2006/main">
              <a:ext uri="{FF2B5EF4-FFF2-40B4-BE49-F238E27FC236}">
                <a16:creationId xmlns:a16="http://schemas.microsoft.com/office/drawing/2014/main" id="{8E4D052D-0A48-4A29-A4BF-70C97AA9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40" name="Google Shape;340;p17">
            <a:extLst xmlns:a="http://schemas.openxmlformats.org/drawingml/2006/main">
              <a:ext uri="{FF2B5EF4-FFF2-40B4-BE49-F238E27FC236}">
                <a16:creationId xmlns:a16="http://schemas.microsoft.com/office/drawing/2014/main" id="{7C66C442-3956-4453-8EB2-C535DAEF834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5170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41" name="Google Shape;341;p17">
            <a:extLst xmlns:a="http://schemas.openxmlformats.org/drawingml/2006/main">
              <a:ext uri="{FF2B5EF4-FFF2-40B4-BE49-F238E27FC236}">
                <a16:creationId xmlns:a16="http://schemas.microsoft.com/office/drawing/2014/main" id="{1961A599-99A6-4E9B-9C62-52AE4730AD0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1505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42" name="Google Shape;342;p17">
            <a:extLst xmlns:a="http://schemas.openxmlformats.org/drawingml/2006/main">
              <a:ext uri="{FF2B5EF4-FFF2-40B4-BE49-F238E27FC236}">
                <a16:creationId xmlns:a16="http://schemas.microsoft.com/office/drawing/2014/main" id="{079DFC16-1B3C-4FE4-AA0D-DC97EF8FA0E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27840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43" name="Google Shape;343;p17">
            <a:extLst xmlns:a="http://schemas.openxmlformats.org/drawingml/2006/main">
              <a:ext uri="{FF2B5EF4-FFF2-40B4-BE49-F238E27FC236}">
                <a16:creationId xmlns:a16="http://schemas.microsoft.com/office/drawing/2014/main" id="{447587D5-0039-492D-A3BF-6CC13EBD00E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15050" y="2882813"/>
            <a:ext cx="24399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marL="9144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marL="13716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marL="18288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marL="22860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marL="27432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marL="32004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marL="36576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marL="4114800" indent="-28575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345" name="Google Shape;345;p17">
            <a:extLst xmlns:a="http://schemas.openxmlformats.org/drawingml/2006/main">
              <a:ext uri="{FF2B5EF4-FFF2-40B4-BE49-F238E27FC236}">
                <a16:creationId xmlns:a16="http://schemas.microsoft.com/office/drawing/2014/main" id="{71C8F870-9D2D-4FBC-8F34-82D7D4E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71410" y="79823"/>
            <a:ext cx="299899" cy="299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46" name="Google Shape;346;p17">
            <a:extLst xmlns:a="http://schemas.openxmlformats.org/drawingml/2006/main">
              <a:ext uri="{FF2B5EF4-FFF2-40B4-BE49-F238E27FC236}">
                <a16:creationId xmlns:a16="http://schemas.microsoft.com/office/drawing/2014/main" id="{73D4D750-CE13-495F-876E-8633E578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167130" y="88474"/>
            <a:ext cx="273241" cy="273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47" name="Google Shape;347;p17">
            <a:extLst xmlns:a="http://schemas.openxmlformats.org/drawingml/2006/main">
              <a:ext uri="{FF2B5EF4-FFF2-40B4-BE49-F238E27FC236}">
                <a16:creationId xmlns:a16="http://schemas.microsoft.com/office/drawing/2014/main" id="{972128BA-4E09-4BC6-A66E-077AABDA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756417" y="88474"/>
            <a:ext cx="245882" cy="245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48" name="Google Shape;348;p17">
            <a:extLst xmlns:a="http://schemas.openxmlformats.org/drawingml/2006/main">
              <a:ext uri="{FF2B5EF4-FFF2-40B4-BE49-F238E27FC236}">
                <a16:creationId xmlns:a16="http://schemas.microsoft.com/office/drawing/2014/main" id="{70BBBA66-1FC6-4860-AAFB-5A6C851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344978" y="109752"/>
            <a:ext cx="203440" cy="203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49" name="Google Shape;349;p17">
            <a:extLst xmlns:a="http://schemas.openxmlformats.org/drawingml/2006/main">
              <a:ext uri="{FF2B5EF4-FFF2-40B4-BE49-F238E27FC236}">
                <a16:creationId xmlns:a16="http://schemas.microsoft.com/office/drawing/2014/main" id="{A9579E25-DBCA-46D6-84D5-2FF76728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39529" y="121472"/>
            <a:ext cx="164506" cy="16484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0" name="Google Shape;350;p17">
            <a:extLst xmlns:a="http://schemas.openxmlformats.org/drawingml/2006/main">
              <a:ext uri="{FF2B5EF4-FFF2-40B4-BE49-F238E27FC236}">
                <a16:creationId xmlns:a16="http://schemas.microsoft.com/office/drawing/2014/main" id="{A08D53E6-E11C-4E89-9523-0356F0DB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506691" y="160374"/>
            <a:ext cx="76114" cy="76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1" name="Google Shape;351;p17">
            <a:extLst xmlns:a="http://schemas.openxmlformats.org/drawingml/2006/main">
              <a:ext uri="{FF2B5EF4-FFF2-40B4-BE49-F238E27FC236}">
                <a16:creationId xmlns:a16="http://schemas.microsoft.com/office/drawing/2014/main" id="{BAF1689B-8002-450F-8CBF-FFCD2C8E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44752" y="480620"/>
            <a:ext cx="273241" cy="27321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2" name="Google Shape;352;p17">
            <a:extLst xmlns:a="http://schemas.openxmlformats.org/drawingml/2006/main">
              <a:ext uri="{FF2B5EF4-FFF2-40B4-BE49-F238E27FC236}">
                <a16:creationId xmlns:a16="http://schemas.microsoft.com/office/drawing/2014/main" id="{4BDF698D-7C9E-49FA-840A-41F63288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144796" y="486756"/>
            <a:ext cx="245882" cy="245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3" name="Google Shape;353;p17">
            <a:extLst xmlns:a="http://schemas.openxmlformats.org/drawingml/2006/main">
              <a:ext uri="{FF2B5EF4-FFF2-40B4-BE49-F238E27FC236}">
                <a16:creationId xmlns:a16="http://schemas.microsoft.com/office/drawing/2014/main" id="{A711A8BC-97C6-4623-90F5-FCCDF3FF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738584" y="497075"/>
            <a:ext cx="210105" cy="21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4" name="Google Shape;354;p17">
            <a:extLst xmlns:a="http://schemas.openxmlformats.org/drawingml/2006/main">
              <a:ext uri="{FF2B5EF4-FFF2-40B4-BE49-F238E27FC236}">
                <a16:creationId xmlns:a16="http://schemas.microsoft.com/office/drawing/2014/main" id="{052945A4-57E4-4C17-874F-4DD5163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332116" y="513062"/>
            <a:ext cx="177835" cy="178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5" name="Google Shape;355;p17">
            <a:extLst xmlns:a="http://schemas.openxmlformats.org/drawingml/2006/main">
              <a:ext uri="{FF2B5EF4-FFF2-40B4-BE49-F238E27FC236}">
                <a16:creationId xmlns:a16="http://schemas.microsoft.com/office/drawing/2014/main" id="{1F1A9481-A98E-4DBF-A93A-06508E9C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915444" y="536035"/>
            <a:ext cx="114347" cy="114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6" name="Google Shape;356;p17">
            <a:extLst xmlns:a="http://schemas.openxmlformats.org/drawingml/2006/main">
              <a:ext uri="{FF2B5EF4-FFF2-40B4-BE49-F238E27FC236}">
                <a16:creationId xmlns:a16="http://schemas.microsoft.com/office/drawing/2014/main" id="{76FAF209-EFBF-4ABB-8106-0E36DE05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487516" y="570845"/>
            <a:ext cx="37882" cy="37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7" name="Google Shape;357;p17">
            <a:extLst xmlns:a="http://schemas.openxmlformats.org/drawingml/2006/main">
              <a:ext uri="{FF2B5EF4-FFF2-40B4-BE49-F238E27FC236}">
                <a16:creationId xmlns:a16="http://schemas.microsoft.com/office/drawing/2014/main" id="{B05DE046-659C-41D0-94FC-124B6D77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117900" y="893283"/>
            <a:ext cx="210105" cy="21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8" name="Google Shape;358;p17">
            <a:extLst xmlns:a="http://schemas.openxmlformats.org/drawingml/2006/main">
              <a:ext uri="{FF2B5EF4-FFF2-40B4-BE49-F238E27FC236}">
                <a16:creationId xmlns:a16="http://schemas.microsoft.com/office/drawing/2014/main" id="{ADF311D2-9719-4960-92FA-F7161F8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20392" y="881398"/>
            <a:ext cx="245882" cy="24586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59" name="Google Shape;359;p17">
            <a:extLst xmlns:a="http://schemas.openxmlformats.org/drawingml/2006/main">
              <a:ext uri="{FF2B5EF4-FFF2-40B4-BE49-F238E27FC236}">
                <a16:creationId xmlns:a16="http://schemas.microsoft.com/office/drawing/2014/main" id="{38ED22DF-1117-41DF-8290-05342E8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716298" y="903144"/>
            <a:ext cx="177835" cy="178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0" name="Google Shape;360;p17">
            <a:extLst xmlns:a="http://schemas.openxmlformats.org/drawingml/2006/main">
              <a:ext uri="{FF2B5EF4-FFF2-40B4-BE49-F238E27FC236}">
                <a16:creationId xmlns:a16="http://schemas.microsoft.com/office/drawing/2014/main" id="{2C0E288B-58D8-4958-94FB-548496F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298341" y="927055"/>
            <a:ext cx="126273" cy="12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1" name="Google Shape;361;p17">
            <a:extLst xmlns:a="http://schemas.openxmlformats.org/drawingml/2006/main">
              <a:ext uri="{FF2B5EF4-FFF2-40B4-BE49-F238E27FC236}">
                <a16:creationId xmlns:a16="http://schemas.microsoft.com/office/drawing/2014/main" id="{F5D41B20-231C-43F0-A834-F7248261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893301" y="950086"/>
            <a:ext cx="76114" cy="76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2" name="Google Shape;362;p17">
            <a:extLst xmlns:a="http://schemas.openxmlformats.org/drawingml/2006/main">
              <a:ext uri="{FF2B5EF4-FFF2-40B4-BE49-F238E27FC236}">
                <a16:creationId xmlns:a16="http://schemas.microsoft.com/office/drawing/2014/main" id="{50CAD02D-5B85-45FB-9C03-DE1785C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093131" y="1298417"/>
            <a:ext cx="177835" cy="17817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3" name="Google Shape;363;p17">
            <a:extLst xmlns:a="http://schemas.openxmlformats.org/drawingml/2006/main">
              <a:ext uri="{FF2B5EF4-FFF2-40B4-BE49-F238E27FC236}">
                <a16:creationId xmlns:a16="http://schemas.microsoft.com/office/drawing/2014/main" id="{298AFC2A-DB54-45C7-84BD-66784169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02508" y="1290514"/>
            <a:ext cx="210105" cy="21008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4" name="Google Shape;364;p17">
            <a:extLst xmlns:a="http://schemas.openxmlformats.org/drawingml/2006/main">
              <a:ext uri="{FF2B5EF4-FFF2-40B4-BE49-F238E27FC236}">
                <a16:creationId xmlns:a16="http://schemas.microsoft.com/office/drawing/2014/main" id="{4FADC04D-C2F2-4FF1-A141-327C0B6E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684507" y="1324373"/>
            <a:ext cx="126273" cy="12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5" name="Google Shape;365;p17">
            <a:extLst xmlns:a="http://schemas.openxmlformats.org/drawingml/2006/main">
              <a:ext uri="{FF2B5EF4-FFF2-40B4-BE49-F238E27FC236}">
                <a16:creationId xmlns:a16="http://schemas.microsoft.com/office/drawing/2014/main" id="{F52F6463-29C0-48C7-A810-9385A7E7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266100" y="1343810"/>
            <a:ext cx="76114" cy="76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6" name="Google Shape;366;p17">
            <a:extLst xmlns:a="http://schemas.openxmlformats.org/drawingml/2006/main">
              <a:ext uri="{FF2B5EF4-FFF2-40B4-BE49-F238E27FC236}">
                <a16:creationId xmlns:a16="http://schemas.microsoft.com/office/drawing/2014/main" id="{8B0D5B24-3907-4A74-A660-A2F3445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456390" y="1721487"/>
            <a:ext cx="126273" cy="12626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7" name="Google Shape;367;p17">
            <a:extLst xmlns:a="http://schemas.openxmlformats.org/drawingml/2006/main">
              <a:ext uri="{FF2B5EF4-FFF2-40B4-BE49-F238E27FC236}">
                <a16:creationId xmlns:a16="http://schemas.microsoft.com/office/drawing/2014/main" id="{69126B56-B179-4389-AD39-103D5E48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055764" y="1723937"/>
            <a:ext cx="103123" cy="10311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8" name="Google Shape;368;p17">
            <a:extLst xmlns:a="http://schemas.openxmlformats.org/drawingml/2006/main">
              <a:ext uri="{FF2B5EF4-FFF2-40B4-BE49-F238E27FC236}">
                <a16:creationId xmlns:a16="http://schemas.microsoft.com/office/drawing/2014/main" id="{C7296C15-AB3E-4245-9F80-DE0D1547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641052" y="1750115"/>
            <a:ext cx="50860" cy="50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69" name="Google Shape;369;p17">
            <a:extLst xmlns:a="http://schemas.openxmlformats.org/drawingml/2006/main">
              <a:ext uri="{FF2B5EF4-FFF2-40B4-BE49-F238E27FC236}">
                <a16:creationId xmlns:a16="http://schemas.microsoft.com/office/drawing/2014/main" id="{3378488B-833D-4E64-9B42-FFEBF16C03A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1700" y="2882813"/>
            <a:ext cx="24399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0" name="Google Shape;370;p17">
            <a:extLst xmlns:a="http://schemas.openxmlformats.org/drawingml/2006/main">
              <a:ext uri="{FF2B5EF4-FFF2-40B4-BE49-F238E27FC236}">
                <a16:creationId xmlns:a16="http://schemas.microsoft.com/office/drawing/2014/main" id="{B1327CC4-732B-490F-8300-B3B32EA3DD71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78400" y="2882813"/>
            <a:ext cx="24399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matchingName="Three highlights">
  <p:cSld name="CUSTOM_5_2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2" name="Google Shape;372;p18">
            <a:extLst xmlns:a="http://schemas.openxmlformats.org/drawingml/2006/main">
              <a:ext uri="{FF2B5EF4-FFF2-40B4-BE49-F238E27FC236}">
                <a16:creationId xmlns:a16="http://schemas.microsoft.com/office/drawing/2014/main" id="{E98FAB38-B987-42D8-9B31-335A1A3ED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73" name="Google Shape;373;p18">
            <a:extLst xmlns:a="http://schemas.openxmlformats.org/drawingml/2006/main">
              <a:ext uri="{FF2B5EF4-FFF2-40B4-BE49-F238E27FC236}">
                <a16:creationId xmlns:a16="http://schemas.microsoft.com/office/drawing/2014/main" id="{FD6C7001-5AFD-46A1-BE03-DE82C3548A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4" name="Google Shape;374;p18">
            <a:extLst xmlns:a="http://schemas.openxmlformats.org/drawingml/2006/main">
              <a:ext uri="{FF2B5EF4-FFF2-40B4-BE49-F238E27FC236}">
                <a16:creationId xmlns:a16="http://schemas.microsoft.com/office/drawing/2014/main" id="{E11DFD14-81F0-4F5E-84F9-C6AE558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75" name="Google Shape;375;p18">
            <a:extLst xmlns:a="http://schemas.openxmlformats.org/drawingml/2006/main">
              <a:ext uri="{FF2B5EF4-FFF2-40B4-BE49-F238E27FC236}">
                <a16:creationId xmlns:a16="http://schemas.microsoft.com/office/drawing/2014/main" id="{55B74E3B-C735-44B5-9E49-9CB4BC994B8A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5170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76" name="Google Shape;376;p18">
            <a:extLst xmlns:a="http://schemas.openxmlformats.org/drawingml/2006/main">
              <a:ext uri="{FF2B5EF4-FFF2-40B4-BE49-F238E27FC236}">
                <a16:creationId xmlns:a16="http://schemas.microsoft.com/office/drawing/2014/main" id="{E774B805-4C59-420D-800F-1D9BC500772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1505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77" name="Google Shape;377;p18">
            <a:extLst xmlns:a="http://schemas.openxmlformats.org/drawingml/2006/main">
              <a:ext uri="{FF2B5EF4-FFF2-40B4-BE49-F238E27FC236}">
                <a16:creationId xmlns:a16="http://schemas.microsoft.com/office/drawing/2014/main" id="{9E56963E-6294-4E00-B85F-476F706A69C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27840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378" name="Google Shape;378;p18">
            <a:extLst xmlns:a="http://schemas.openxmlformats.org/drawingml/2006/main">
              <a:ext uri="{FF2B5EF4-FFF2-40B4-BE49-F238E27FC236}">
                <a16:creationId xmlns:a16="http://schemas.microsoft.com/office/drawing/2014/main" id="{9C06C015-6992-4663-AA14-0C897E63DCD7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15050" y="2882813"/>
            <a:ext cx="24399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marL="9144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marL="13716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marL="18288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marL="22860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marL="27432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marL="32004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marL="3657600" indent="-28575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marL="4114800" indent="-28575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379" name="Google Shape;379;p18">
            <a:extLst xmlns:a="http://schemas.openxmlformats.org/drawingml/2006/main">
              <a:ext uri="{FF2B5EF4-FFF2-40B4-BE49-F238E27FC236}">
                <a16:creationId xmlns:a16="http://schemas.microsoft.com/office/drawing/2014/main" id="{6E77A34B-F072-4233-B944-BCB317E3E5C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1700" y="2882813"/>
            <a:ext cx="24399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80" name="Google Shape;380;p18">
            <a:extLst xmlns:a="http://schemas.openxmlformats.org/drawingml/2006/main">
              <a:ext uri="{FF2B5EF4-FFF2-40B4-BE49-F238E27FC236}">
                <a16:creationId xmlns:a16="http://schemas.microsoft.com/office/drawing/2014/main" id="{43BB3527-7A43-4127-810B-78EFB2E97883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78400" y="2882813"/>
            <a:ext cx="2439900" cy="116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marL="914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marL="1371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marL="18288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marL="22860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marL="27432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marL="32004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marL="3657600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marL="4114800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matchingName="4 highlights">
  <p:cSld name="CUSTOM_5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2" name="Google Shape;382;p19">
            <a:extLst xmlns:a="http://schemas.openxmlformats.org/drawingml/2006/main">
              <a:ext uri="{FF2B5EF4-FFF2-40B4-BE49-F238E27FC236}">
                <a16:creationId xmlns:a16="http://schemas.microsoft.com/office/drawing/2014/main" id="{2581BA94-4041-4F45-9362-1FBBAE4E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8" y="580123"/>
            <a:ext cx="2538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383" name="Google Shape;383;p19">
            <a:extLst xmlns:a="http://schemas.openxmlformats.org/drawingml/2006/main">
              <a:ext uri="{FF2B5EF4-FFF2-40B4-BE49-F238E27FC236}">
                <a16:creationId xmlns:a16="http://schemas.microsoft.com/office/drawing/2014/main" id="{630CE315-11DC-49E3-890F-6C6E5098A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84" name="Google Shape;384;p19">
            <a:extLst xmlns:a="http://schemas.openxmlformats.org/drawingml/2006/main">
              <a:ext uri="{FF2B5EF4-FFF2-40B4-BE49-F238E27FC236}">
                <a16:creationId xmlns:a16="http://schemas.microsoft.com/office/drawing/2014/main" id="{CF281B98-3021-420F-AF08-565D1ECAC5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85" name="Google Shape;385;p19">
            <a:extLst xmlns:a="http://schemas.openxmlformats.org/drawingml/2006/main">
              <a:ext uri="{FF2B5EF4-FFF2-40B4-BE49-F238E27FC236}">
                <a16:creationId xmlns:a16="http://schemas.microsoft.com/office/drawing/2014/main" id="{0F15C669-8537-4C7C-8C4D-352A645907F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37000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86" name="Google Shape;386;p19">
            <a:extLst xmlns:a="http://schemas.openxmlformats.org/drawingml/2006/main">
              <a:ext uri="{FF2B5EF4-FFF2-40B4-BE49-F238E27FC236}">
                <a16:creationId xmlns:a16="http://schemas.microsoft.com/office/drawing/2014/main" id="{E4868521-61C0-4916-8130-67399ECDDC8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7000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87" name="Google Shape;387;p19">
            <a:extLst xmlns:a="http://schemas.openxmlformats.org/drawingml/2006/main">
              <a:ext uri="{FF2B5EF4-FFF2-40B4-BE49-F238E27FC236}">
                <a16:creationId xmlns:a16="http://schemas.microsoft.com/office/drawing/2014/main" id="{63403635-12F6-4D50-81A3-DDBF81F944F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28175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8" name="Google Shape;388;p19">
            <a:extLst xmlns:a="http://schemas.openxmlformats.org/drawingml/2006/main">
              <a:ext uri="{FF2B5EF4-FFF2-40B4-BE49-F238E27FC236}">
                <a16:creationId xmlns:a16="http://schemas.microsoft.com/office/drawing/2014/main" id="{66FFA625-F687-4D73-B2F9-3ABA15A49AD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028175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389" name="Google Shape;389;p19">
            <a:extLst xmlns:a="http://schemas.openxmlformats.org/drawingml/2006/main">
              <a:ext uri="{FF2B5EF4-FFF2-40B4-BE49-F238E27FC236}">
                <a16:creationId xmlns:a16="http://schemas.microsoft.com/office/drawing/2014/main" id="{D092E61F-1DBB-4125-B130-2B39DA78CB6E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546000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390" name="Google Shape;390;p19">
            <a:extLst xmlns:a="http://schemas.openxmlformats.org/drawingml/2006/main">
              <a:ext uri="{FF2B5EF4-FFF2-40B4-BE49-F238E27FC236}">
                <a16:creationId xmlns:a16="http://schemas.microsoft.com/office/drawing/2014/main" id="{A6407A06-9EBF-4865-A30F-7895EF46EA4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546000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391" name="Google Shape;391;p19">
            <a:extLst xmlns:a="http://schemas.openxmlformats.org/drawingml/2006/main">
              <a:ext uri="{FF2B5EF4-FFF2-40B4-BE49-F238E27FC236}">
                <a16:creationId xmlns:a16="http://schemas.microsoft.com/office/drawing/2014/main" id="{B4F30933-7F66-4E7D-B0C5-CE9E1C564F3B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937175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392" name="Google Shape;392;p19">
            <a:extLst xmlns:a="http://schemas.openxmlformats.org/drawingml/2006/main">
              <a:ext uri="{FF2B5EF4-FFF2-40B4-BE49-F238E27FC236}">
                <a16:creationId xmlns:a16="http://schemas.microsoft.com/office/drawing/2014/main" id="{70C0A22C-A12B-493F-9954-4C9C9280DE88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937175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matchingName="Main point / Black">
  <p:cSld name="BLANK_1_1_1_1_1_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5" name="Google Shape;394;p20"/>
          <p:cNvCxnSpPr/>
          <p:nvPr/>
        </p:nvCxnSpPr>
        <p:spPr>
          <a:xfrm xmlns:a="http://schemas.openxmlformats.org/drawingml/2006/main">
            <a:off x="3518300" y="712833"/>
            <a:ext cx="561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395;p20"/>
          <p:cNvCxnSpPr>
            <a:stCxn xmlns:a="http://schemas.openxmlformats.org/drawingml/2006/main" id="396" idx="1"/>
            <a:endCxn xmlns:a="http://schemas.openxmlformats.org/drawingml/2006/main" id="397" idx="3"/>
          </p:cNvCxnSpPr>
          <p:nvPr/>
        </p:nvCxnSpPr>
        <p:spPr>
          <a:xfrm xmlns:a="http://schemas.openxmlformats.org/drawingml/2006/main">
            <a:off x="2641916" y="1598375"/>
            <a:ext cx="0" cy="1332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398;p20"/>
          <p:cNvCxnSpPr/>
          <p:nvPr/>
        </p:nvCxnSpPr>
        <p:spPr>
          <a:xfrm xmlns:a="http://schemas.openxmlformats.org/drawingml/2006/main" rot="10800000">
            <a:off x="-19425" y="711675"/>
            <a:ext cx="936600" cy="93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8" name="Google Shape;399;p20"/>
          <p:cNvCxnSpPr/>
          <p:nvPr/>
        </p:nvCxnSpPr>
        <p:spPr>
          <a:xfrm xmlns:a="http://schemas.openxmlformats.org/drawingml/2006/main" rot="10800000">
            <a:off x="1464900" y="-8025"/>
            <a:ext cx="958800" cy="958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20">
            <a:extLst xmlns:a="http://schemas.openxmlformats.org/drawingml/2006/main">
              <a:ext uri="{FF2B5EF4-FFF2-40B4-BE49-F238E27FC236}">
                <a16:creationId xmlns:a16="http://schemas.microsoft.com/office/drawing/2014/main" id="{70F46FA7-CB76-4BE1-9A10-F2D7A80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61266" y="-614125"/>
            <a:ext cx="1761300" cy="22125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410" name="Google Shape;400;p20"/>
          <p:cNvCxnSpPr/>
          <p:nvPr/>
        </p:nvCxnSpPr>
        <p:spPr>
          <a:xfrm xmlns:a="http://schemas.openxmlformats.org/drawingml/2006/main" rot="10800000">
            <a:off x="709975" y="3201569"/>
            <a:ext cx="1758300" cy="1758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7" name="Google Shape;397;p20">
            <a:extLst xmlns:a="http://schemas.openxmlformats.org/drawingml/2006/main">
              <a:ext uri="{FF2B5EF4-FFF2-40B4-BE49-F238E27FC236}">
                <a16:creationId xmlns:a16="http://schemas.microsoft.com/office/drawing/2014/main" id="{0D2EE73F-6135-4EA1-99C2-0A839E2C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265" y="2930748"/>
            <a:ext cx="1761300" cy="22125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412" name="Google Shape;401;p20"/>
          <p:cNvCxnSpPr/>
          <p:nvPr/>
        </p:nvCxnSpPr>
        <p:spPr>
          <a:xfrm xmlns:a="http://schemas.openxmlformats.org/drawingml/2006/main" rot="10800000" flipH="1">
            <a:off x="-23900" y="3541825"/>
            <a:ext cx="1163100" cy="11631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20">
            <a:extLst xmlns:a="http://schemas.openxmlformats.org/drawingml/2006/main">
              <a:ext uri="{FF2B5EF4-FFF2-40B4-BE49-F238E27FC236}">
                <a16:creationId xmlns:a16="http://schemas.microsoft.com/office/drawing/2014/main" id="{A658238C-B73A-4457-9DCF-87080612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34" y="1598375"/>
            <a:ext cx="1761300" cy="22125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03" name="Google Shape;403;p20">
            <a:extLst xmlns:a="http://schemas.openxmlformats.org/drawingml/2006/main">
              <a:ext uri="{FF2B5EF4-FFF2-40B4-BE49-F238E27FC236}">
                <a16:creationId xmlns:a16="http://schemas.microsoft.com/office/drawing/2014/main" id="{614FCF25-1DAB-4089-987F-6BEC832484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48800" y="2677300"/>
            <a:ext cx="4966500" cy="20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04" name="Google Shape;404;p20">
            <a:extLst xmlns:a="http://schemas.openxmlformats.org/drawingml/2006/main">
              <a:ext uri="{FF2B5EF4-FFF2-40B4-BE49-F238E27FC236}">
                <a16:creationId xmlns:a16="http://schemas.microsoft.com/office/drawing/2014/main" id="{C0F17836-6AE2-47B4-9567-D15DE01CB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48800" y="1956950"/>
            <a:ext cx="49665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matchingName="Main point / Green">
  <p:cSld name="BLANK_1_1_1_1_1_1_2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17" name="Google Shape;406;p21"/>
          <p:cNvCxnSpPr/>
          <p:nvPr/>
        </p:nvCxnSpPr>
        <p:spPr>
          <a:xfrm xmlns:a="http://schemas.openxmlformats.org/drawingml/2006/main">
            <a:off x="3518300" y="712833"/>
            <a:ext cx="561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07;p21"/>
          <p:cNvCxnSpPr>
            <a:stCxn xmlns:a="http://schemas.openxmlformats.org/drawingml/2006/main" id="408" idx="1"/>
            <a:endCxn xmlns:a="http://schemas.openxmlformats.org/drawingml/2006/main" id="409" idx="3"/>
          </p:cNvCxnSpPr>
          <p:nvPr/>
        </p:nvCxnSpPr>
        <p:spPr>
          <a:xfrm xmlns:a="http://schemas.openxmlformats.org/drawingml/2006/main">
            <a:off x="2641916" y="1598375"/>
            <a:ext cx="0" cy="1332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0;p21"/>
          <p:cNvCxnSpPr/>
          <p:nvPr/>
        </p:nvCxnSpPr>
        <p:spPr>
          <a:xfrm xmlns:a="http://schemas.openxmlformats.org/drawingml/2006/main" rot="10800000">
            <a:off x="-19425" y="711675"/>
            <a:ext cx="936600" cy="936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11;p21"/>
          <p:cNvCxnSpPr/>
          <p:nvPr/>
        </p:nvCxnSpPr>
        <p:spPr>
          <a:xfrm xmlns:a="http://schemas.openxmlformats.org/drawingml/2006/main" rot="10800000">
            <a:off x="1464900" y="-8025"/>
            <a:ext cx="958800" cy="9588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21">
            <a:extLst xmlns:a="http://schemas.openxmlformats.org/drawingml/2006/main">
              <a:ext uri="{FF2B5EF4-FFF2-40B4-BE49-F238E27FC236}">
                <a16:creationId xmlns:a16="http://schemas.microsoft.com/office/drawing/2014/main" id="{2C23C834-F74E-4092-BAAD-EE7F69F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61266" y="-614125"/>
            <a:ext cx="1761300" cy="22125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422" name="Google Shape;412;p21"/>
          <p:cNvCxnSpPr/>
          <p:nvPr/>
        </p:nvCxnSpPr>
        <p:spPr>
          <a:xfrm xmlns:a="http://schemas.openxmlformats.org/drawingml/2006/main" rot="10800000">
            <a:off x="709975" y="3201569"/>
            <a:ext cx="1758300" cy="1758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9" name="Google Shape;409;p21">
            <a:extLst xmlns:a="http://schemas.openxmlformats.org/drawingml/2006/main">
              <a:ext uri="{FF2B5EF4-FFF2-40B4-BE49-F238E27FC236}">
                <a16:creationId xmlns:a16="http://schemas.microsoft.com/office/drawing/2014/main" id="{BEE9A86B-8750-4243-9540-6DB945FB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265" y="2930748"/>
            <a:ext cx="1761300" cy="22125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424" name="Google Shape;413;p21"/>
          <p:cNvCxnSpPr/>
          <p:nvPr/>
        </p:nvCxnSpPr>
        <p:spPr>
          <a:xfrm xmlns:a="http://schemas.openxmlformats.org/drawingml/2006/main" rot="10800000" flipH="1">
            <a:off x="-23900" y="3541825"/>
            <a:ext cx="1163100" cy="11631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4" name="Google Shape;414;p21">
            <a:extLst xmlns:a="http://schemas.openxmlformats.org/drawingml/2006/main">
              <a:ext uri="{FF2B5EF4-FFF2-40B4-BE49-F238E27FC236}">
                <a16:creationId xmlns:a16="http://schemas.microsoft.com/office/drawing/2014/main" id="{879C140E-8524-45A4-B01B-257F90C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34" y="1598375"/>
            <a:ext cx="1761300" cy="22125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15" name="Google Shape;415;p21">
            <a:extLst xmlns:a="http://schemas.openxmlformats.org/drawingml/2006/main">
              <a:ext uri="{FF2B5EF4-FFF2-40B4-BE49-F238E27FC236}">
                <a16:creationId xmlns:a16="http://schemas.microsoft.com/office/drawing/2014/main" id="{7B7B707F-66B6-4196-9CFC-7CAC6356D9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48800" y="2677301"/>
            <a:ext cx="4941000" cy="192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16" name="Google Shape;416;p21">
            <a:extLst xmlns:a="http://schemas.openxmlformats.org/drawingml/2006/main">
              <a:ext uri="{FF2B5EF4-FFF2-40B4-BE49-F238E27FC236}">
                <a16:creationId xmlns:a16="http://schemas.microsoft.com/office/drawing/2014/main" id="{78C87C30-B086-49D1-881A-4D3427143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48800" y="1956950"/>
            <a:ext cx="49665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matchingName="Agenda w/ description">
  <p:cSld name="BLANK_1_1_1_1_1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Google Shape;418;p22">
            <a:extLst xmlns:a="http://schemas.openxmlformats.org/drawingml/2006/main">
              <a:ext uri="{FF2B5EF4-FFF2-40B4-BE49-F238E27FC236}">
                <a16:creationId xmlns:a16="http://schemas.microsoft.com/office/drawing/2014/main" id="{9894A5DF-E1B7-4DF0-A325-181CF8321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82025" y="1731500"/>
            <a:ext cx="19269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19" name="Google Shape;419;p22">
            <a:extLst xmlns:a="http://schemas.openxmlformats.org/drawingml/2006/main">
              <a:ext uri="{FF2B5EF4-FFF2-40B4-BE49-F238E27FC236}">
                <a16:creationId xmlns:a16="http://schemas.microsoft.com/office/drawing/2014/main" id="{10A439FE-85E1-46E5-AC22-7B1F9CA1C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92601" y="836575"/>
            <a:ext cx="32052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0" name="Google Shape;420;p22">
            <a:extLst xmlns:a="http://schemas.openxmlformats.org/drawingml/2006/main">
              <a:ext uri="{FF2B5EF4-FFF2-40B4-BE49-F238E27FC236}">
                <a16:creationId xmlns:a16="http://schemas.microsoft.com/office/drawing/2014/main" id="{102D7EBF-5397-442A-A0BB-15B9C19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262825"/>
            <a:ext cx="1187700" cy="1293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21" name="Google Shape;421;p22">
            <a:extLst xmlns:a="http://schemas.openxmlformats.org/drawingml/2006/main">
              <a:ext uri="{FF2B5EF4-FFF2-40B4-BE49-F238E27FC236}">
                <a16:creationId xmlns:a16="http://schemas.microsoft.com/office/drawing/2014/main" id="{AE9B4811-2782-4F88-B3F9-EA398880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556277"/>
            <a:ext cx="1187700" cy="1293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22" name="Google Shape;422;p22">
            <a:extLst xmlns:a="http://schemas.openxmlformats.org/drawingml/2006/main">
              <a:ext uri="{FF2B5EF4-FFF2-40B4-BE49-F238E27FC236}">
                <a16:creationId xmlns:a16="http://schemas.microsoft.com/office/drawing/2014/main" id="{E1D270F4-2583-4F54-AA11-183CDF40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3849830"/>
            <a:ext cx="1187700" cy="1293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23" name="Google Shape;423;p22">
            <a:extLst xmlns:a="http://schemas.openxmlformats.org/drawingml/2006/main">
              <a:ext uri="{FF2B5EF4-FFF2-40B4-BE49-F238E27FC236}">
                <a16:creationId xmlns:a16="http://schemas.microsoft.com/office/drawing/2014/main" id="{5C2EC2BE-3BE2-4A0C-A6F6-0697716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7700" cy="12627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24" name="Google Shape;424;p22">
            <a:extLst xmlns:a="http://schemas.openxmlformats.org/drawingml/2006/main">
              <a:ext uri="{FF2B5EF4-FFF2-40B4-BE49-F238E27FC236}">
                <a16:creationId xmlns:a16="http://schemas.microsoft.com/office/drawing/2014/main" id="{49FE37E6-D3D0-4DAA-A01F-FBA3ED1C043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944882" y="1875150"/>
            <a:ext cx="15849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5" name="Google Shape;425;p22">
            <a:extLst xmlns:a="http://schemas.openxmlformats.org/drawingml/2006/main">
              <a:ext uri="{FF2B5EF4-FFF2-40B4-BE49-F238E27FC236}">
                <a16:creationId xmlns:a16="http://schemas.microsoft.com/office/drawing/2014/main" id="{2F4AB9AC-71D9-4AC1-A349-7CAE7DDAD7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782025" y="2682477"/>
            <a:ext cx="19269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26" name="Google Shape;426;p22">
            <a:extLst xmlns:a="http://schemas.openxmlformats.org/drawingml/2006/main">
              <a:ext uri="{FF2B5EF4-FFF2-40B4-BE49-F238E27FC236}">
                <a16:creationId xmlns:a16="http://schemas.microsoft.com/office/drawing/2014/main" id="{F8D0B1FF-D8A6-4339-96CE-8FB504056BAB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44882" y="2826125"/>
            <a:ext cx="15849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7" name="Google Shape;427;p22">
            <a:extLst xmlns:a="http://schemas.openxmlformats.org/drawingml/2006/main">
              <a:ext uri="{FF2B5EF4-FFF2-40B4-BE49-F238E27FC236}">
                <a16:creationId xmlns:a16="http://schemas.microsoft.com/office/drawing/2014/main" id="{A55A79C6-D9BE-4E19-B8FA-965DFD9614D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782025" y="3628000"/>
            <a:ext cx="19269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28" name="Google Shape;428;p22">
            <a:extLst xmlns:a="http://schemas.openxmlformats.org/drawingml/2006/main">
              <a:ext uri="{FF2B5EF4-FFF2-40B4-BE49-F238E27FC236}">
                <a16:creationId xmlns:a16="http://schemas.microsoft.com/office/drawing/2014/main" id="{A3FCB294-B1CE-4AF9-8A35-126B3FE2032D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944882" y="3771650"/>
            <a:ext cx="15849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29" name="Google Shape;429;p22">
            <a:extLst xmlns:a="http://schemas.openxmlformats.org/drawingml/2006/main">
              <a:ext uri="{FF2B5EF4-FFF2-40B4-BE49-F238E27FC236}">
                <a16:creationId xmlns:a16="http://schemas.microsoft.com/office/drawing/2014/main" id="{09910B28-F7E6-4C0C-AC9B-47103B7E4715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123375" y="1731500"/>
            <a:ext cx="17478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30" name="Google Shape;430;p22">
            <a:extLst xmlns:a="http://schemas.openxmlformats.org/drawingml/2006/main">
              <a:ext uri="{FF2B5EF4-FFF2-40B4-BE49-F238E27FC236}">
                <a16:creationId xmlns:a16="http://schemas.microsoft.com/office/drawing/2014/main" id="{C11109DB-631E-4850-BA87-AFFFE2FDD26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7278029" y="1875150"/>
            <a:ext cx="1637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1" name="Google Shape;431;p22">
            <a:extLst xmlns:a="http://schemas.openxmlformats.org/drawingml/2006/main">
              <a:ext uri="{FF2B5EF4-FFF2-40B4-BE49-F238E27FC236}">
                <a16:creationId xmlns:a16="http://schemas.microsoft.com/office/drawing/2014/main" id="{9C9F279D-EBFD-4078-BDD4-7AE14F0C18F9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7123375" y="2682477"/>
            <a:ext cx="17478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32" name="Google Shape;432;p22">
            <a:extLst xmlns:a="http://schemas.openxmlformats.org/drawingml/2006/main">
              <a:ext uri="{FF2B5EF4-FFF2-40B4-BE49-F238E27FC236}">
                <a16:creationId xmlns:a16="http://schemas.microsoft.com/office/drawing/2014/main" id="{3CA6A97E-1E1A-41EA-80DA-E736AFE9997E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278029" y="2826127"/>
            <a:ext cx="1637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3" name="Google Shape;433;p22">
            <a:extLst xmlns:a="http://schemas.openxmlformats.org/drawingml/2006/main">
              <a:ext uri="{FF2B5EF4-FFF2-40B4-BE49-F238E27FC236}">
                <a16:creationId xmlns:a16="http://schemas.microsoft.com/office/drawing/2014/main" id="{49940F84-2519-4085-9438-5A8DD69E9EE8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7123375" y="3628000"/>
            <a:ext cx="17478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34" name="Google Shape;434;p22">
            <a:extLst xmlns:a="http://schemas.openxmlformats.org/drawingml/2006/main">
              <a:ext uri="{FF2B5EF4-FFF2-40B4-BE49-F238E27FC236}">
                <a16:creationId xmlns:a16="http://schemas.microsoft.com/office/drawing/2014/main" id="{27FBBD7D-6791-47AE-9258-FCA52221F0BA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7278029" y="3771650"/>
            <a:ext cx="16374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matchingName="Agenda">
  <p:cSld name="BLANK_1_1_1_1_1_1_1_1_1_1_1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6" name="Google Shape;436;p23">
            <a:extLst xmlns:a="http://schemas.openxmlformats.org/drawingml/2006/main">
              <a:ext uri="{FF2B5EF4-FFF2-40B4-BE49-F238E27FC236}">
                <a16:creationId xmlns:a16="http://schemas.microsoft.com/office/drawing/2014/main" id="{470D42F4-B8AA-4703-8F24-4D2B06089C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711285" y="1731500"/>
            <a:ext cx="2846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37" name="Google Shape;437;p23">
            <a:extLst xmlns:a="http://schemas.openxmlformats.org/drawingml/2006/main">
              <a:ext uri="{FF2B5EF4-FFF2-40B4-BE49-F238E27FC236}">
                <a16:creationId xmlns:a16="http://schemas.microsoft.com/office/drawing/2014/main" id="{634BC84F-13B7-41F3-948A-8A24C72BD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92601" y="836575"/>
            <a:ext cx="32052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38" name="Google Shape;438;p23">
            <a:extLst xmlns:a="http://schemas.openxmlformats.org/drawingml/2006/main">
              <a:ext uri="{FF2B5EF4-FFF2-40B4-BE49-F238E27FC236}">
                <a16:creationId xmlns:a16="http://schemas.microsoft.com/office/drawing/2014/main" id="{EBDE8704-672D-48AA-A6DA-04FDB32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262825"/>
            <a:ext cx="1187700" cy="1293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39" name="Google Shape;439;p23">
            <a:extLst xmlns:a="http://schemas.openxmlformats.org/drawingml/2006/main">
              <a:ext uri="{FF2B5EF4-FFF2-40B4-BE49-F238E27FC236}">
                <a16:creationId xmlns:a16="http://schemas.microsoft.com/office/drawing/2014/main" id="{AB4E1FEA-82B6-4395-8C0B-F82BD137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556277"/>
            <a:ext cx="1187700" cy="1293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40" name="Google Shape;440;p23">
            <a:extLst xmlns:a="http://schemas.openxmlformats.org/drawingml/2006/main">
              <a:ext uri="{FF2B5EF4-FFF2-40B4-BE49-F238E27FC236}">
                <a16:creationId xmlns:a16="http://schemas.microsoft.com/office/drawing/2014/main" id="{C7E703B7-0D8F-452F-9C10-8C316CA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3849830"/>
            <a:ext cx="1187700" cy="1293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41" name="Google Shape;441;p23">
            <a:extLst xmlns:a="http://schemas.openxmlformats.org/drawingml/2006/main">
              <a:ext uri="{FF2B5EF4-FFF2-40B4-BE49-F238E27FC236}">
                <a16:creationId xmlns:a16="http://schemas.microsoft.com/office/drawing/2014/main" id="{663C2852-0658-4227-8FC0-0324C5D8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7700" cy="12627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42" name="Google Shape;442;p23">
            <a:extLst xmlns:a="http://schemas.openxmlformats.org/drawingml/2006/main">
              <a:ext uri="{FF2B5EF4-FFF2-40B4-BE49-F238E27FC236}">
                <a16:creationId xmlns:a16="http://schemas.microsoft.com/office/drawing/2014/main" id="{C2D7AE13-0380-4D9A-93E0-6CECF80719A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711285" y="2250475"/>
            <a:ext cx="2846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43" name="Google Shape;443;p23">
            <a:extLst xmlns:a="http://schemas.openxmlformats.org/drawingml/2006/main">
              <a:ext uri="{FF2B5EF4-FFF2-40B4-BE49-F238E27FC236}">
                <a16:creationId xmlns:a16="http://schemas.microsoft.com/office/drawing/2014/main" id="{600F6DCC-F58C-485C-9B7B-6DAA15070FB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5711285" y="2769450"/>
            <a:ext cx="2846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44" name="Google Shape;444;p23">
            <a:extLst xmlns:a="http://schemas.openxmlformats.org/drawingml/2006/main">
              <a:ext uri="{FF2B5EF4-FFF2-40B4-BE49-F238E27FC236}">
                <a16:creationId xmlns:a16="http://schemas.microsoft.com/office/drawing/2014/main" id="{5BC6A513-8FAE-4E13-890B-51983DAB4C0C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711285" y="3288425"/>
            <a:ext cx="2846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45" name="Google Shape;445;p23">
            <a:extLst xmlns:a="http://schemas.openxmlformats.org/drawingml/2006/main">
              <a:ext uri="{FF2B5EF4-FFF2-40B4-BE49-F238E27FC236}">
                <a16:creationId xmlns:a16="http://schemas.microsoft.com/office/drawing/2014/main" id="{C64AFE8D-A57A-436A-83E6-63785A41B72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711285" y="3807400"/>
            <a:ext cx="2846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46" name="Google Shape;446;p23">
            <a:extLst xmlns:a="http://schemas.openxmlformats.org/drawingml/2006/main">
              <a:ext uri="{FF2B5EF4-FFF2-40B4-BE49-F238E27FC236}">
                <a16:creationId xmlns:a16="http://schemas.microsoft.com/office/drawing/2014/main" id="{DDA4BAE1-F92E-475E-90E5-EE3A49584155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5711285" y="4326375"/>
            <a:ext cx="2846700" cy="30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matchingName="Next steps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8" name="Google Shape;448;p24">
            <a:extLst xmlns:a="http://schemas.openxmlformats.org/drawingml/2006/main">
              <a:ext uri="{FF2B5EF4-FFF2-40B4-BE49-F238E27FC236}">
                <a16:creationId xmlns:a16="http://schemas.microsoft.com/office/drawing/2014/main" id="{9E000086-20D6-4600-9B95-DAC72ECD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6600" y="-454900"/>
            <a:ext cx="2712900" cy="3605700"/>
          </a:xfrm>
          <a:prstGeom xmlns:a="http://schemas.openxmlformats.org/drawingml/2006/main" prst="snip1Rect">
            <a:avLst>
              <a:gd name="adj" fmla="val 3981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449" name="Google Shape;449;p24">
            <a:extLst xmlns:a="http://schemas.openxmlformats.org/drawingml/2006/main">
              <a:ext uri="{FF2B5EF4-FFF2-40B4-BE49-F238E27FC236}">
                <a16:creationId xmlns:a16="http://schemas.microsoft.com/office/drawing/2014/main" id="{B155B3D3-9D4A-4EDC-A497-ACA986EEB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525200"/>
            <a:ext cx="31545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50" name="Google Shape;450;p24">
            <a:extLst xmlns:a="http://schemas.openxmlformats.org/drawingml/2006/main">
              <a:ext uri="{FF2B5EF4-FFF2-40B4-BE49-F238E27FC236}">
                <a16:creationId xmlns:a16="http://schemas.microsoft.com/office/drawing/2014/main" id="{5C6E7450-5FD1-4A46-BD65-946669661E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1185575"/>
            <a:ext cx="2806800" cy="9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 xmlns:a="http://schemas.openxmlformats.org/drawingml/2006/main"/>
        </p:txBody>
      </p:sp>
      <p:sp>
        <p:nvSpPr>
          <p:cNvPr id="451" name="Google Shape;451;p24">
            <a:extLst xmlns:a="http://schemas.openxmlformats.org/drawingml/2006/main">
              <a:ext uri="{FF2B5EF4-FFF2-40B4-BE49-F238E27FC236}">
                <a16:creationId xmlns:a16="http://schemas.microsoft.com/office/drawing/2014/main" id="{DA91DCBD-0F10-4C29-832B-EFCE77816D0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784300" y="1597250"/>
            <a:ext cx="873600" cy="3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452" name="Google Shape;452;p24">
            <a:extLst xmlns:a="http://schemas.openxmlformats.org/drawingml/2006/main">
              <a:ext uri="{FF2B5EF4-FFF2-40B4-BE49-F238E27FC236}">
                <a16:creationId xmlns:a16="http://schemas.microsoft.com/office/drawing/2014/main" id="{E918DECB-A871-4F53-B7F4-05A87D6DAF1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29000" y="1600050"/>
            <a:ext cx="1887300" cy="65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453" name="Google Shape;453;p24">
            <a:extLst xmlns:a="http://schemas.openxmlformats.org/drawingml/2006/main">
              <a:ext uri="{FF2B5EF4-FFF2-40B4-BE49-F238E27FC236}">
                <a16:creationId xmlns:a16="http://schemas.microsoft.com/office/drawing/2014/main" id="{F7BEF305-0EC7-41A0-B03C-C72C7B74E34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129000" y="2669675"/>
            <a:ext cx="1887300" cy="65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454" name="Google Shape;454;p24">
            <a:extLst xmlns:a="http://schemas.openxmlformats.org/drawingml/2006/main">
              <a:ext uri="{FF2B5EF4-FFF2-40B4-BE49-F238E27FC236}">
                <a16:creationId xmlns:a16="http://schemas.microsoft.com/office/drawing/2014/main" id="{6C6D58A2-BC6D-465B-A3A8-26555557AC9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29000" y="3739250"/>
            <a:ext cx="1887300" cy="65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455" name="Google Shape;455;p24">
            <a:extLst xmlns:a="http://schemas.openxmlformats.org/drawingml/2006/main">
              <a:ext uri="{FF2B5EF4-FFF2-40B4-BE49-F238E27FC236}">
                <a16:creationId xmlns:a16="http://schemas.microsoft.com/office/drawing/2014/main" id="{3DD63AA4-9538-4237-A2AB-3876A4E92D97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784300" y="2668250"/>
            <a:ext cx="873600" cy="3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  <p:sp>
        <p:nvSpPr>
          <p:cNvPr id="456" name="Google Shape;456;p24">
            <a:extLst xmlns:a="http://schemas.openxmlformats.org/drawingml/2006/main">
              <a:ext uri="{FF2B5EF4-FFF2-40B4-BE49-F238E27FC236}">
                <a16:creationId xmlns:a16="http://schemas.microsoft.com/office/drawing/2014/main" id="{E25B4BA7-73D7-4EBC-85BB-55F23165385B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784300" y="3739250"/>
            <a:ext cx="873600" cy="3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matchingName="Section header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8" name="Google Shape;458;p25">
            <a:extLst xmlns:a="http://schemas.openxmlformats.org/drawingml/2006/main">
              <a:ext uri="{FF2B5EF4-FFF2-40B4-BE49-F238E27FC236}">
                <a16:creationId xmlns:a16="http://schemas.microsoft.com/office/drawing/2014/main" id="{796E3F49-1684-4B56-818E-D51D6B53D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0" name="Google Shape;460;p26">
            <a:extLst xmlns:a="http://schemas.openxmlformats.org/drawingml/2006/main">
              <a:ext uri="{FF2B5EF4-FFF2-40B4-BE49-F238E27FC236}">
                <a16:creationId xmlns:a16="http://schemas.microsoft.com/office/drawing/2014/main" id="{40CEBB77-27F1-463D-8BAF-A1706A0EB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1" name="Google Shape;461;p26">
            <a:extLst xmlns:a="http://schemas.openxmlformats.org/drawingml/2006/main">
              <a:ext uri="{FF2B5EF4-FFF2-40B4-BE49-F238E27FC236}">
                <a16:creationId xmlns:a16="http://schemas.microsoft.com/office/drawing/2014/main" id="{60720BB2-2609-4C83-A751-1E3EB970AA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matchingName="Title and two columns">
  <p:cSld name="Title and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3" name="Google Shape;463;p27">
            <a:extLst xmlns:a="http://schemas.openxmlformats.org/drawingml/2006/main">
              <a:ext uri="{FF2B5EF4-FFF2-40B4-BE49-F238E27FC236}">
                <a16:creationId xmlns:a16="http://schemas.microsoft.com/office/drawing/2014/main" id="{D8AB1256-EB7F-457A-B922-2A92C2E1C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4" name="Google Shape;464;p27">
            <a:extLst xmlns:a="http://schemas.openxmlformats.org/drawingml/2006/main">
              <a:ext uri="{FF2B5EF4-FFF2-40B4-BE49-F238E27FC236}">
                <a16:creationId xmlns:a16="http://schemas.microsoft.com/office/drawing/2014/main" id="{BC6DD4F2-BB7A-4470-AA41-0CFEAA13F6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465" name="Google Shape;465;p27">
            <a:extLst xmlns:a="http://schemas.openxmlformats.org/drawingml/2006/main">
              <a:ext uri="{FF2B5EF4-FFF2-40B4-BE49-F238E27FC236}">
                <a16:creationId xmlns:a16="http://schemas.microsoft.com/office/drawing/2014/main" id="{613E7BDB-7811-4ED7-9976-5D0BFF0E47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 matchingName="One column text">
  <p:cSld name="One column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7" name="Google Shape;467;p28">
            <a:extLst xmlns:a="http://schemas.openxmlformats.org/drawingml/2006/main">
              <a:ext uri="{FF2B5EF4-FFF2-40B4-BE49-F238E27FC236}">
                <a16:creationId xmlns:a16="http://schemas.microsoft.com/office/drawing/2014/main" id="{A27794E4-5007-4A72-8712-2A18FFD9A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8" name="Google Shape;468;p28">
            <a:extLst xmlns:a="http://schemas.openxmlformats.org/drawingml/2006/main">
              <a:ext uri="{FF2B5EF4-FFF2-40B4-BE49-F238E27FC236}">
                <a16:creationId xmlns:a16="http://schemas.microsoft.com/office/drawing/2014/main" id="{2E39749B-70A4-4021-B924-6BB2B7114E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 matchingName="Main point">
  <p:cSld name="Main 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Google Shape;470;p29">
            <a:extLst xmlns:a="http://schemas.openxmlformats.org/drawingml/2006/main">
              <a:ext uri="{FF2B5EF4-FFF2-40B4-BE49-F238E27FC236}">
                <a16:creationId xmlns:a16="http://schemas.microsoft.com/office/drawing/2014/main" id="{4FE97154-AEAF-4E4F-B5BF-D0B3B111F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 matchingName="Section title and description">
  <p:cSld name="Section title and 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2" name="Google Shape;472;p30">
            <a:extLst xmlns:a="http://schemas.openxmlformats.org/drawingml/2006/main">
              <a:ext uri="{FF2B5EF4-FFF2-40B4-BE49-F238E27FC236}">
                <a16:creationId xmlns:a16="http://schemas.microsoft.com/office/drawing/2014/main" id="{50FBF7B1-8A8D-4101-BC4B-E02BCBC8C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73" name="Google Shape;473;p30">
            <a:extLst xmlns:a="http://schemas.openxmlformats.org/drawingml/2006/main">
              <a:ext uri="{FF2B5EF4-FFF2-40B4-BE49-F238E27FC236}">
                <a16:creationId xmlns:a16="http://schemas.microsoft.com/office/drawing/2014/main" id="{862995B5-A69F-42CE-A791-027886646F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74" name="Google Shape;474;p30">
            <a:extLst xmlns:a="http://schemas.openxmlformats.org/drawingml/2006/main">
              <a:ext uri="{FF2B5EF4-FFF2-40B4-BE49-F238E27FC236}">
                <a16:creationId xmlns:a16="http://schemas.microsoft.com/office/drawing/2014/main" id="{413B32F7-7EA2-4ABB-9971-785702054C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matchingName="Caption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6" name="Google Shape;476;p31">
            <a:extLst xmlns:a="http://schemas.openxmlformats.org/drawingml/2006/main">
              <a:ext uri="{FF2B5EF4-FFF2-40B4-BE49-F238E27FC236}">
                <a16:creationId xmlns:a16="http://schemas.microsoft.com/office/drawing/2014/main" id="{F25A1D64-B038-4858-9570-7DADD742E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 matchingName="Big number">
  <p:cSld name="Big 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Google Shape;478;p32">
            <a:extLst xmlns:a="http://schemas.openxmlformats.org/drawingml/2006/main">
              <a:ext uri="{FF2B5EF4-FFF2-40B4-BE49-F238E27FC236}">
                <a16:creationId xmlns:a16="http://schemas.microsoft.com/office/drawing/2014/main" id="{DA2A8327-3E33-40B7-8018-356CFBA942E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79" name="Google Shape;479;p32">
            <a:extLst xmlns:a="http://schemas.openxmlformats.org/drawingml/2006/main">
              <a:ext uri="{FF2B5EF4-FFF2-40B4-BE49-F238E27FC236}">
                <a16:creationId xmlns:a16="http://schemas.microsoft.com/office/drawing/2014/main" id="{89D11F79-D5E8-4EF8-9E85-7F4D3090E0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matchingName="Title, body and image">
  <p:cSld name="Title, body and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2" name="Google Shape;482;p34">
            <a:extLst xmlns:a="http://schemas.openxmlformats.org/drawingml/2006/main">
              <a:ext uri="{FF2B5EF4-FFF2-40B4-BE49-F238E27FC236}">
                <a16:creationId xmlns:a16="http://schemas.microsoft.com/office/drawing/2014/main" id="{CE454136-E8B0-4012-AEFF-264D6FC35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3" name="Google Shape;483;p34">
            <a:extLst xmlns:a="http://schemas.openxmlformats.org/drawingml/2006/main">
              <a:ext uri="{FF2B5EF4-FFF2-40B4-BE49-F238E27FC236}">
                <a16:creationId xmlns:a16="http://schemas.microsoft.com/office/drawing/2014/main" id="{7BBFBFA1-8E98-43A2-AE04-6819F87C3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4473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4" name="Google Shape;484;p34">
            <a:extLst xmlns:a="http://schemas.openxmlformats.org/drawingml/2006/main">
              <a:ext uri="{FF2B5EF4-FFF2-40B4-BE49-F238E27FC236}">
                <a16:creationId xmlns:a16="http://schemas.microsoft.com/office/drawing/2014/main" id="{6EE9D119-DF16-45BE-99A9-658A897B474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92024" y="1152775"/>
            <a:ext cx="38403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4.xml><?xml version="1.0" encoding="utf-8"?>
<p:sldLayout xmlns:p="http://schemas.openxmlformats.org/presentationml/2006/main" matchingName="Two big ideas">
  <p:cSld name="Two big ide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6" name="Google Shape;486;p35">
            <a:extLst xmlns:a="http://schemas.openxmlformats.org/drawingml/2006/main">
              <a:ext uri="{FF2B5EF4-FFF2-40B4-BE49-F238E27FC236}">
                <a16:creationId xmlns:a16="http://schemas.microsoft.com/office/drawing/2014/main" id="{E4AF943A-B7D0-4A8F-ABCF-D7BF60859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175" y="450025"/>
            <a:ext cx="8184600" cy="7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487" name="Google Shape;487;p35">
            <a:extLst xmlns:a="http://schemas.openxmlformats.org/drawingml/2006/main">
              <a:ext uri="{FF2B5EF4-FFF2-40B4-BE49-F238E27FC236}">
                <a16:creationId xmlns:a16="http://schemas.microsoft.com/office/drawing/2014/main" id="{FA14857F-022E-4263-AB55-FCA5F80871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150" y="2237788"/>
            <a:ext cx="36198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8" name="Google Shape;488;p35">
            <a:extLst xmlns:a="http://schemas.openxmlformats.org/drawingml/2006/main">
              <a:ext uri="{FF2B5EF4-FFF2-40B4-BE49-F238E27FC236}">
                <a16:creationId xmlns:a16="http://schemas.microsoft.com/office/drawing/2014/main" id="{7E8DB331-65BB-4040-8732-7D8073E5D4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048000" y="2237788"/>
            <a:ext cx="36198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89" name="Google Shape;489;p35">
            <a:extLst xmlns:a="http://schemas.openxmlformats.org/drawingml/2006/main">
              <a:ext uri="{FF2B5EF4-FFF2-40B4-BE49-F238E27FC236}">
                <a16:creationId xmlns:a16="http://schemas.microsoft.com/office/drawing/2014/main" id="{6E3967FA-3630-40E6-A0AC-D2808DD1BD90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83150" y="1336161"/>
            <a:ext cx="36198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90" name="Google Shape;490;p35">
            <a:extLst xmlns:a="http://schemas.openxmlformats.org/drawingml/2006/main">
              <a:ext uri="{FF2B5EF4-FFF2-40B4-BE49-F238E27FC236}">
                <a16:creationId xmlns:a16="http://schemas.microsoft.com/office/drawing/2014/main" id="{EBD38E81-CE41-4784-9104-8DA33ABA0F5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48000" y="1336161"/>
            <a:ext cx="36198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matchingName="Three big ideas">
  <p:cSld name="Three big ide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2" name="Google Shape;492;p36">
            <a:extLst xmlns:a="http://schemas.openxmlformats.org/drawingml/2006/main">
              <a:ext uri="{FF2B5EF4-FFF2-40B4-BE49-F238E27FC236}">
                <a16:creationId xmlns:a16="http://schemas.microsoft.com/office/drawing/2014/main" id="{F5553998-AF36-4C04-9C46-23A51544F9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175" y="2417500"/>
            <a:ext cx="24555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3" name="Google Shape;493;p36">
            <a:extLst xmlns:a="http://schemas.openxmlformats.org/drawingml/2006/main">
              <a:ext uri="{FF2B5EF4-FFF2-40B4-BE49-F238E27FC236}">
                <a16:creationId xmlns:a16="http://schemas.microsoft.com/office/drawing/2014/main" id="{F3AEE638-BDBB-4B6A-BD37-246A31A599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7725" y="2417500"/>
            <a:ext cx="24555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4" name="Google Shape;494;p36">
            <a:extLst xmlns:a="http://schemas.openxmlformats.org/drawingml/2006/main">
              <a:ext uri="{FF2B5EF4-FFF2-40B4-BE49-F238E27FC236}">
                <a16:creationId xmlns:a16="http://schemas.microsoft.com/office/drawing/2014/main" id="{550F814E-8DFA-436B-93C0-60F445CC1E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175" y="450025"/>
            <a:ext cx="8184600" cy="7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495" name="Google Shape;495;p36">
            <a:extLst xmlns:a="http://schemas.openxmlformats.org/drawingml/2006/main">
              <a:ext uri="{FF2B5EF4-FFF2-40B4-BE49-F238E27FC236}">
                <a16:creationId xmlns:a16="http://schemas.microsoft.com/office/drawing/2014/main" id="{EABFA0AB-E7F7-475C-9E07-EA788C8F862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83175" y="1336150"/>
            <a:ext cx="2455500" cy="77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96" name="Google Shape;496;p36">
            <a:extLst xmlns:a="http://schemas.openxmlformats.org/drawingml/2006/main">
              <a:ext uri="{FF2B5EF4-FFF2-40B4-BE49-F238E27FC236}">
                <a16:creationId xmlns:a16="http://schemas.microsoft.com/office/drawing/2014/main" id="{4E36AD9B-390A-4C1A-B8E5-661ACFD42F5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347725" y="1336150"/>
            <a:ext cx="2455500" cy="77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97" name="Google Shape;497;p36">
            <a:extLst xmlns:a="http://schemas.openxmlformats.org/drawingml/2006/main">
              <a:ext uri="{FF2B5EF4-FFF2-40B4-BE49-F238E27FC236}">
                <a16:creationId xmlns:a16="http://schemas.microsoft.com/office/drawing/2014/main" id="{82E4A753-61C8-4DEF-8A2C-B4906BECE5E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12275" y="1336150"/>
            <a:ext cx="2455500" cy="77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98" name="Google Shape;498;p36">
            <a:extLst xmlns:a="http://schemas.openxmlformats.org/drawingml/2006/main">
              <a:ext uri="{FF2B5EF4-FFF2-40B4-BE49-F238E27FC236}">
                <a16:creationId xmlns:a16="http://schemas.microsoft.com/office/drawing/2014/main" id="{74781D90-DBDE-4739-94D4-7F6B37B7356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12275" y="2417500"/>
            <a:ext cx="24555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matchingName="Four big ideas">
  <p:cSld name="Four big ide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" name="Google Shape;500;p37">
            <a:extLst xmlns:a="http://schemas.openxmlformats.org/drawingml/2006/main">
              <a:ext uri="{FF2B5EF4-FFF2-40B4-BE49-F238E27FC236}">
                <a16:creationId xmlns:a16="http://schemas.microsoft.com/office/drawing/2014/main" id="{B1D9A8E5-9590-4AB0-9C1B-4C6BE88FA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6725" y="1759093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1" name="Google Shape;501;p37">
            <a:extLst xmlns:a="http://schemas.openxmlformats.org/drawingml/2006/main">
              <a:ext uri="{FF2B5EF4-FFF2-40B4-BE49-F238E27FC236}">
                <a16:creationId xmlns:a16="http://schemas.microsoft.com/office/drawing/2014/main" id="{C0592553-A916-4902-8C56-CAB4F9F834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8725" y="1759093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2" name="Google Shape;502;p37">
            <a:extLst xmlns:a="http://schemas.openxmlformats.org/drawingml/2006/main">
              <a:ext uri="{FF2B5EF4-FFF2-40B4-BE49-F238E27FC236}">
                <a16:creationId xmlns:a16="http://schemas.microsoft.com/office/drawing/2014/main" id="{90F96BFE-37A4-41D2-8095-DE92882BE34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6750" y="3648575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3" name="Google Shape;503;p37">
            <a:extLst xmlns:a="http://schemas.openxmlformats.org/drawingml/2006/main">
              <a:ext uri="{FF2B5EF4-FFF2-40B4-BE49-F238E27FC236}">
                <a16:creationId xmlns:a16="http://schemas.microsoft.com/office/drawing/2014/main" id="{827FC4A2-27A5-4A6E-9458-B24AF653DCB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938750" y="3648575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04" name="Google Shape;504;p37">
            <a:extLst xmlns:a="http://schemas.openxmlformats.org/drawingml/2006/main">
              <a:ext uri="{FF2B5EF4-FFF2-40B4-BE49-F238E27FC236}">
                <a16:creationId xmlns:a16="http://schemas.microsoft.com/office/drawing/2014/main" id="{3D78BDCE-3B7C-4A64-BF0C-6B2D82C58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6750" y="450025"/>
            <a:ext cx="8184600" cy="7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505" name="Google Shape;505;p37">
            <a:extLst xmlns:a="http://schemas.openxmlformats.org/drawingml/2006/main">
              <a:ext uri="{FF2B5EF4-FFF2-40B4-BE49-F238E27FC236}">
                <a16:creationId xmlns:a16="http://schemas.microsoft.com/office/drawing/2014/main" id="{C1E467D8-2970-4677-9455-9675CE450F4E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66763" y="1277907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506" name="Google Shape;506;p37">
            <a:extLst xmlns:a="http://schemas.openxmlformats.org/drawingml/2006/main">
              <a:ext uri="{FF2B5EF4-FFF2-40B4-BE49-F238E27FC236}">
                <a16:creationId xmlns:a16="http://schemas.microsoft.com/office/drawing/2014/main" id="{27BAF570-BDD7-4457-BE6A-54BD6D86FAC3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938738" y="1277907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507" name="Google Shape;507;p37">
            <a:extLst xmlns:a="http://schemas.openxmlformats.org/drawingml/2006/main">
              <a:ext uri="{FF2B5EF4-FFF2-40B4-BE49-F238E27FC236}">
                <a16:creationId xmlns:a16="http://schemas.microsoft.com/office/drawing/2014/main" id="{129E735A-6C64-47C7-BF6F-C3244D913A3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938761" y="3167363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508" name="Google Shape;508;p37">
            <a:extLst xmlns:a="http://schemas.openxmlformats.org/drawingml/2006/main">
              <a:ext uri="{FF2B5EF4-FFF2-40B4-BE49-F238E27FC236}">
                <a16:creationId xmlns:a16="http://schemas.microsoft.com/office/drawing/2014/main" id="{75EA8929-1C37-4E1D-9595-6FC09529CFB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66750" y="3167363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matchingName="Title and image">
  <p:cSld name="Title and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0" name="Google Shape;510;p38">
            <a:extLst xmlns:a="http://schemas.openxmlformats.org/drawingml/2006/main">
              <a:ext uri="{FF2B5EF4-FFF2-40B4-BE49-F238E27FC236}">
                <a16:creationId xmlns:a16="http://schemas.microsoft.com/office/drawing/2014/main" id="{758EF164-41D9-4FC2-B57A-7AF1CEC88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1" name="Google Shape;511;p38">
            <a:extLst xmlns:a="http://schemas.openxmlformats.org/drawingml/2006/main">
              <a:ext uri="{FF2B5EF4-FFF2-40B4-BE49-F238E27FC236}">
                <a16:creationId xmlns:a16="http://schemas.microsoft.com/office/drawing/2014/main" id="{88199FB7-BE3C-458D-B520-A9D2006752F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11700" y="1170425"/>
            <a:ext cx="8520600" cy="349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8.xml><?xml version="1.0" encoding="utf-8"?>
<p:sldLayout xmlns:p="http://schemas.openxmlformats.org/presentationml/2006/main" matchingName="Two storyboards">
  <p:cSld name="Two storyboar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3" name="Google Shape;513;p39">
            <a:extLst xmlns:a="http://schemas.openxmlformats.org/drawingml/2006/main">
              <a:ext uri="{FF2B5EF4-FFF2-40B4-BE49-F238E27FC236}">
                <a16:creationId xmlns:a16="http://schemas.microsoft.com/office/drawing/2014/main" id="{04D81616-8649-4663-90EB-69698E06B1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080225"/>
            <a:ext cx="40275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4" name="Google Shape;514;p39">
            <a:extLst xmlns:a="http://schemas.openxmlformats.org/drawingml/2006/main">
              <a:ext uri="{FF2B5EF4-FFF2-40B4-BE49-F238E27FC236}">
                <a16:creationId xmlns:a16="http://schemas.microsoft.com/office/drawing/2014/main" id="{DAFFFFB9-1618-4B46-A045-9F5B5B12587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804825" y="1133300"/>
            <a:ext cx="4027500" cy="239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15" name="Google Shape;515;p39">
            <a:extLst xmlns:a="http://schemas.openxmlformats.org/drawingml/2006/main">
              <a:ext uri="{FF2B5EF4-FFF2-40B4-BE49-F238E27FC236}">
                <a16:creationId xmlns:a16="http://schemas.microsoft.com/office/drawing/2014/main" id="{678562A3-9AF4-4DA7-B92F-181C63F540B4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11725" y="1133300"/>
            <a:ext cx="4027500" cy="239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16" name="Google Shape;516;p39">
            <a:extLst xmlns:a="http://schemas.openxmlformats.org/drawingml/2006/main">
              <a:ext uri="{FF2B5EF4-FFF2-40B4-BE49-F238E27FC236}">
                <a16:creationId xmlns:a16="http://schemas.microsoft.com/office/drawing/2014/main" id="{B47ACAEE-A18C-4462-B44E-0C948D5D60C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04825" y="4080225"/>
            <a:ext cx="40275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7" name="Google Shape;517;p39">
            <a:extLst xmlns:a="http://schemas.openxmlformats.org/drawingml/2006/main">
              <a:ext uri="{FF2B5EF4-FFF2-40B4-BE49-F238E27FC236}">
                <a16:creationId xmlns:a16="http://schemas.microsoft.com/office/drawing/2014/main" id="{2FCAF600-E1A8-4382-9C16-F6891BB1B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8" name="Google Shape;518;p39">
            <a:extLst xmlns:a="http://schemas.openxmlformats.org/drawingml/2006/main">
              <a:ext uri="{FF2B5EF4-FFF2-40B4-BE49-F238E27FC236}">
                <a16:creationId xmlns:a16="http://schemas.microsoft.com/office/drawing/2014/main" id="{4E64EF98-6161-4A2A-B3E7-13ADFE657A9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11725" y="3582900"/>
            <a:ext cx="4027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19" name="Google Shape;519;p39">
            <a:extLst xmlns:a="http://schemas.openxmlformats.org/drawingml/2006/main">
              <a:ext uri="{FF2B5EF4-FFF2-40B4-BE49-F238E27FC236}">
                <a16:creationId xmlns:a16="http://schemas.microsoft.com/office/drawing/2014/main" id="{F2120F2F-D719-4C99-B257-B494AF076327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804825" y="3582900"/>
            <a:ext cx="4027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matchingName="Three storyboards">
  <p:cSld name="Three storyboar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1" name="Google Shape;521;p40">
            <a:extLst xmlns:a="http://schemas.openxmlformats.org/drawingml/2006/main">
              <a:ext uri="{FF2B5EF4-FFF2-40B4-BE49-F238E27FC236}">
                <a16:creationId xmlns:a16="http://schemas.microsoft.com/office/drawing/2014/main" id="{EC9C455A-BC58-45F5-AE3E-AEF16FBEE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911700"/>
            <a:ext cx="2627100" cy="101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22" name="Google Shape;522;p40">
            <a:extLst xmlns:a="http://schemas.openxmlformats.org/drawingml/2006/main">
              <a:ext uri="{FF2B5EF4-FFF2-40B4-BE49-F238E27FC236}">
                <a16:creationId xmlns:a16="http://schemas.microsoft.com/office/drawing/2014/main" id="{9AA62F83-7F35-4BBE-AD1C-403AD7D5AB4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205225" y="1128325"/>
            <a:ext cx="2627100" cy="22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23" name="Google Shape;523;p40">
            <a:extLst xmlns:a="http://schemas.openxmlformats.org/drawingml/2006/main">
              <a:ext uri="{FF2B5EF4-FFF2-40B4-BE49-F238E27FC236}">
                <a16:creationId xmlns:a16="http://schemas.microsoft.com/office/drawing/2014/main" id="{84D70025-C756-4D17-B86B-54D9D77A69CC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11725" y="1128325"/>
            <a:ext cx="2627100" cy="22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24" name="Google Shape;524;p40">
            <a:extLst xmlns:a="http://schemas.openxmlformats.org/drawingml/2006/main">
              <a:ext uri="{FF2B5EF4-FFF2-40B4-BE49-F238E27FC236}">
                <a16:creationId xmlns:a16="http://schemas.microsoft.com/office/drawing/2014/main" id="{46CC81C9-F2ED-47A9-B497-EAB21F830D1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05225" y="3911700"/>
            <a:ext cx="2627100" cy="101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25" name="Google Shape;525;p40">
            <a:extLst xmlns:a="http://schemas.openxmlformats.org/drawingml/2006/main">
              <a:ext uri="{FF2B5EF4-FFF2-40B4-BE49-F238E27FC236}">
                <a16:creationId xmlns:a16="http://schemas.microsoft.com/office/drawing/2014/main" id="{934F061A-E68C-4383-9AFE-F882F4CD781B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3255250" y="1128325"/>
            <a:ext cx="2627100" cy="22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26" name="Google Shape;526;p40">
            <a:extLst xmlns:a="http://schemas.openxmlformats.org/drawingml/2006/main">
              <a:ext uri="{FF2B5EF4-FFF2-40B4-BE49-F238E27FC236}">
                <a16:creationId xmlns:a16="http://schemas.microsoft.com/office/drawing/2014/main" id="{E12CF5DE-B486-450F-9884-3F2EA80A846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255250" y="3911700"/>
            <a:ext cx="2627100" cy="101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27" name="Google Shape;527;p40">
            <a:extLst xmlns:a="http://schemas.openxmlformats.org/drawingml/2006/main">
              <a:ext uri="{FF2B5EF4-FFF2-40B4-BE49-F238E27FC236}">
                <a16:creationId xmlns:a16="http://schemas.microsoft.com/office/drawing/2014/main" id="{321967A7-E79C-4165-9A1A-2DDF94820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8" name="Google Shape;528;p40">
            <a:extLst xmlns:a="http://schemas.openxmlformats.org/drawingml/2006/main">
              <a:ext uri="{FF2B5EF4-FFF2-40B4-BE49-F238E27FC236}">
                <a16:creationId xmlns:a16="http://schemas.microsoft.com/office/drawing/2014/main" id="{2D2A24D2-AE30-4178-BCF7-D35B5665B2B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311725" y="3430500"/>
            <a:ext cx="26271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29" name="Google Shape;529;p40">
            <a:extLst xmlns:a="http://schemas.openxmlformats.org/drawingml/2006/main">
              <a:ext uri="{FF2B5EF4-FFF2-40B4-BE49-F238E27FC236}">
                <a16:creationId xmlns:a16="http://schemas.microsoft.com/office/drawing/2014/main" id="{7C649FB1-3CD7-4EB5-9E3F-473960022902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205225" y="3430500"/>
            <a:ext cx="26271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30" name="Google Shape;530;p40">
            <a:extLst xmlns:a="http://schemas.openxmlformats.org/drawingml/2006/main">
              <a:ext uri="{FF2B5EF4-FFF2-40B4-BE49-F238E27FC236}">
                <a16:creationId xmlns:a16="http://schemas.microsoft.com/office/drawing/2014/main" id="{6B48E838-4B0F-4420-9888-DB53F024715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255250" y="3430500"/>
            <a:ext cx="26271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matchingName="Image only">
  <p:cSld name="Imag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41">
            <a:extLst xmlns:a="http://schemas.openxmlformats.org/drawingml/2006/main">
              <a:ext uri="{FF2B5EF4-FFF2-40B4-BE49-F238E27FC236}">
                <a16:creationId xmlns:a16="http://schemas.microsoft.com/office/drawing/2014/main" id="{FA2FD4BE-D919-4E1F-A790-F63612D4C16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11700" y="445025"/>
            <a:ext cx="8520600" cy="421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1.xml><?xml version="1.0" encoding="utf-8"?>
<p:sldLayout xmlns:p="http://schemas.openxmlformats.org/presentationml/2006/main" matchingName="Image grid">
  <p:cSld name="Image gri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42">
            <a:extLst xmlns:a="http://schemas.openxmlformats.org/drawingml/2006/main">
              <a:ext uri="{FF2B5EF4-FFF2-40B4-BE49-F238E27FC236}">
                <a16:creationId xmlns:a16="http://schemas.microsoft.com/office/drawing/2014/main" id="{71679455-618B-40A1-BEC7-2B3340B2809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389600" y="118913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5" name="Google Shape;535;p42">
            <a:extLst xmlns:a="http://schemas.openxmlformats.org/drawingml/2006/main">
              <a:ext uri="{FF2B5EF4-FFF2-40B4-BE49-F238E27FC236}">
                <a16:creationId xmlns:a16="http://schemas.microsoft.com/office/drawing/2014/main" id="{9229A882-4C6E-4A67-A603-6838DAB28EB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195935" y="118913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6" name="Google Shape;536;p42">
            <a:extLst xmlns:a="http://schemas.openxmlformats.org/drawingml/2006/main">
              <a:ext uri="{FF2B5EF4-FFF2-40B4-BE49-F238E27FC236}">
                <a16:creationId xmlns:a16="http://schemas.microsoft.com/office/drawing/2014/main" id="{8F9F2129-654D-4704-9CEE-1558EE238F97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002270" y="118913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7" name="Google Shape;537;p42">
            <a:extLst xmlns:a="http://schemas.openxmlformats.org/drawingml/2006/main">
              <a:ext uri="{FF2B5EF4-FFF2-40B4-BE49-F238E27FC236}">
                <a16:creationId xmlns:a16="http://schemas.microsoft.com/office/drawing/2014/main" id="{7E613A7F-AC15-40DF-9370-4DF1565F0CE1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3389588" y="1804212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8" name="Google Shape;538;p42">
            <a:extLst xmlns:a="http://schemas.openxmlformats.org/drawingml/2006/main">
              <a:ext uri="{FF2B5EF4-FFF2-40B4-BE49-F238E27FC236}">
                <a16:creationId xmlns:a16="http://schemas.microsoft.com/office/drawing/2014/main" id="{98B9CA05-BDE1-41BD-80DD-E2D0EDD4FB9C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5195922" y="1804212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9" name="Google Shape;539;p42">
            <a:extLst xmlns:a="http://schemas.openxmlformats.org/drawingml/2006/main">
              <a:ext uri="{FF2B5EF4-FFF2-40B4-BE49-F238E27FC236}">
                <a16:creationId xmlns:a16="http://schemas.microsoft.com/office/drawing/2014/main" id="{B2303A38-0BA7-4611-96F1-AE7767F488DB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7002257" y="1804212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40" name="Google Shape;540;p42">
            <a:extLst xmlns:a="http://schemas.openxmlformats.org/drawingml/2006/main">
              <a:ext uri="{FF2B5EF4-FFF2-40B4-BE49-F238E27FC236}">
                <a16:creationId xmlns:a16="http://schemas.microsoft.com/office/drawing/2014/main" id="{2351EB19-FAFF-40C5-922D-98E449545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1550" y="445025"/>
            <a:ext cx="2596800" cy="17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541" name="Google Shape;541;p42">
            <a:extLst xmlns:a="http://schemas.openxmlformats.org/drawingml/2006/main">
              <a:ext uri="{FF2B5EF4-FFF2-40B4-BE49-F238E27FC236}">
                <a16:creationId xmlns:a16="http://schemas.microsoft.com/office/drawing/2014/main" id="{DC655C1D-BCF1-4B7E-B3E7-FA2286A31950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3389588" y="3489487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42" name="Google Shape;542;p42">
            <a:extLst xmlns:a="http://schemas.openxmlformats.org/drawingml/2006/main">
              <a:ext uri="{FF2B5EF4-FFF2-40B4-BE49-F238E27FC236}">
                <a16:creationId xmlns:a16="http://schemas.microsoft.com/office/drawing/2014/main" id="{D6A803D6-216D-4FE8-A41E-A70BDC95DC41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5195922" y="3489487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43" name="Google Shape;543;p42">
            <a:extLst xmlns:a="http://schemas.openxmlformats.org/drawingml/2006/main">
              <a:ext uri="{FF2B5EF4-FFF2-40B4-BE49-F238E27FC236}">
                <a16:creationId xmlns:a16="http://schemas.microsoft.com/office/drawing/2014/main" id="{BF05C339-B2EE-464D-A93D-3F0D2F470921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002257" y="3489487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55d0ca58b747ca" /><Relationship Type="http://schemas.openxmlformats.org/officeDocument/2006/relationships/slideLayout" Target="/ppt/slideLayouts/slideLayout1.xml" Id="R2efc9cdf96c44ef0" /><Relationship Type="http://schemas.openxmlformats.org/officeDocument/2006/relationships/slideLayout" Target="/ppt/slideLayouts/slideLayout2.xml" Id="Rfe2134674ebd4100" /><Relationship Type="http://schemas.openxmlformats.org/officeDocument/2006/relationships/slideLayout" Target="/ppt/slideLayouts/slideLayout3.xml" Id="Raf180cb95a1b41a4" /><Relationship Type="http://schemas.openxmlformats.org/officeDocument/2006/relationships/slideLayout" Target="/ppt/slideLayouts/slideLayout4.xml" Id="R7742b08c1aec406e" /><Relationship Type="http://schemas.openxmlformats.org/officeDocument/2006/relationships/slideLayout" Target="/ppt/slideLayouts/slideLayout5.xml" Id="Rac4565e5d7f14e2d" /><Relationship Type="http://schemas.openxmlformats.org/officeDocument/2006/relationships/slideLayout" Target="/ppt/slideLayouts/slideLayout6.xml" Id="R3b4d1c02500a4b03" /><Relationship Type="http://schemas.openxmlformats.org/officeDocument/2006/relationships/slideLayout" Target="/ppt/slideLayouts/slideLayout7.xml" Id="Rec6eac5665b8413a" /><Relationship Type="http://schemas.openxmlformats.org/officeDocument/2006/relationships/slideLayout" Target="/ppt/slideLayouts/slideLayout8.xml" Id="R0cafa43b9a7d440a" /><Relationship Type="http://schemas.openxmlformats.org/officeDocument/2006/relationships/slideLayout" Target="/ppt/slideLayouts/slideLayout9.xml" Id="Rb80a728f7a1e4bc1" /><Relationship Type="http://schemas.openxmlformats.org/officeDocument/2006/relationships/slideLayout" Target="/ppt/slideLayouts/slideLayout10.xml" Id="R381b52c3d05a43c9" /><Relationship Type="http://schemas.openxmlformats.org/officeDocument/2006/relationships/slideLayout" Target="/ppt/slideLayouts/slideLayout11.xml" Id="R967ebe8f056941ed" /><Relationship Type="http://schemas.openxmlformats.org/officeDocument/2006/relationships/slideLayout" Target="/ppt/slideLayouts/slideLayout12.xml" Id="R3bb94e52914343f6" /><Relationship Type="http://schemas.openxmlformats.org/officeDocument/2006/relationships/slideLayout" Target="/ppt/slideLayouts/slideLayout13.xml" Id="R564f42d96f114119" /><Relationship Type="http://schemas.openxmlformats.org/officeDocument/2006/relationships/slideLayout" Target="/ppt/slideLayouts/slideLayout14.xml" Id="Rc08c7037e5e74988" /><Relationship Type="http://schemas.openxmlformats.org/officeDocument/2006/relationships/slideLayout" Target="/ppt/slideLayouts/slideLayout15.xml" Id="R1575aad6675a4718" /><Relationship Type="http://schemas.openxmlformats.org/officeDocument/2006/relationships/slideLayout" Target="/ppt/slideLayouts/slideLayout16.xml" Id="R70b74a873ea74f3b" /><Relationship Type="http://schemas.openxmlformats.org/officeDocument/2006/relationships/slideLayout" Target="/ppt/slideLayouts/slideLayout17.xml" Id="R38c6925b944446af" /><Relationship Type="http://schemas.openxmlformats.org/officeDocument/2006/relationships/slideLayout" Target="/ppt/slideLayouts/slideLayout18.xml" Id="R5cc1a2596be54740" /><Relationship Type="http://schemas.openxmlformats.org/officeDocument/2006/relationships/slideLayout" Target="/ppt/slideLayouts/slideLayout19.xml" Id="R74415ffe47b0495d" /><Relationship Type="http://schemas.openxmlformats.org/officeDocument/2006/relationships/slideLayout" Target="/ppt/slideLayouts/slideLayout20.xml" Id="R2d6e16dc4c70421f" /><Relationship Type="http://schemas.openxmlformats.org/officeDocument/2006/relationships/slideLayout" Target="/ppt/slideLayouts/slideLayout21.xml" Id="R0997b523cfdc4aba" /><Relationship Type="http://schemas.openxmlformats.org/officeDocument/2006/relationships/slideLayout" Target="/ppt/slideLayouts/slideLayout22.xml" Id="R4416a081b1ae42e1" /><Relationship Type="http://schemas.openxmlformats.org/officeDocument/2006/relationships/slideLayout" Target="/ppt/slideLayouts/slideLayout23.xml" Id="R211449b21d84416d" /><Relationship Type="http://schemas.openxmlformats.org/officeDocument/2006/relationships/slideLayout" Target="/ppt/slideLayouts/slideLayout24.xml" Id="R0bfca1a3270c4511" /><Relationship Type="http://schemas.openxmlformats.org/officeDocument/2006/relationships/slideLayout" Target="/ppt/slideLayouts/slideLayout25.xml" Id="Rb1e56f23c6e6401a" /><Relationship Type="http://schemas.openxmlformats.org/officeDocument/2006/relationships/slideLayout" Target="/ppt/slideLayouts/slideLayout26.xml" Id="R231971b2e41e4219" /><Relationship Type="http://schemas.openxmlformats.org/officeDocument/2006/relationships/slideLayout" Target="/ppt/slideLayouts/slideLayout27.xml" Id="Rd4d8dd3756fe48a7" /><Relationship Type="http://schemas.openxmlformats.org/officeDocument/2006/relationships/slideLayout" Target="/ppt/slideLayouts/slideLayout28.xml" Id="R0fa4c1b6774d4d9f" /><Relationship Type="http://schemas.openxmlformats.org/officeDocument/2006/relationships/slideLayout" Target="/ppt/slideLayouts/slideLayout29.xml" Id="R3fb9af14a2ef446e" /><Relationship Type="http://schemas.openxmlformats.org/officeDocument/2006/relationships/slideLayout" Target="/ppt/slideLayouts/slideLayout30.xml" Id="R959a44cab6eb49b1" /><Relationship Type="http://schemas.openxmlformats.org/officeDocument/2006/relationships/slideLayout" Target="/ppt/slideLayouts/slideLayout31.xml" Id="R76112b331e604237" /><Relationship Type="http://schemas.openxmlformats.org/officeDocument/2006/relationships/slideLayout" Target="/ppt/slideLayouts/slideLayout32.xml" Id="Rb3b3052d9aa84c28" /><Relationship Type="http://schemas.openxmlformats.org/officeDocument/2006/relationships/slideLayout" Target="/ppt/slideLayouts/slideLayout33.xml" Id="R61477eeeb30e4958" /><Relationship Type="http://schemas.openxmlformats.org/officeDocument/2006/relationships/slideLayout" Target="/ppt/slideLayouts/slideLayout34.xml" Id="R3f411c1b8b1c42a4" /><Relationship Type="http://schemas.openxmlformats.org/officeDocument/2006/relationships/slideLayout" Target="/ppt/slideLayouts/slideLayout35.xml" Id="Ra7e705b5be204caf" /><Relationship Type="http://schemas.openxmlformats.org/officeDocument/2006/relationships/slideLayout" Target="/ppt/slideLayouts/slideLayout36.xml" Id="Ra1ab691536814017" /><Relationship Type="http://schemas.openxmlformats.org/officeDocument/2006/relationships/slideLayout" Target="/ppt/slideLayouts/slideLayout37.xml" Id="R354e49fb1227477f" /><Relationship Type="http://schemas.openxmlformats.org/officeDocument/2006/relationships/slideLayout" Target="/ppt/slideLayouts/slideLayout38.xml" Id="R0311d79438f94107" /><Relationship Type="http://schemas.openxmlformats.org/officeDocument/2006/relationships/slideLayout" Target="/ppt/slideLayouts/slideLayout39.xml" Id="Ra62d7bbbf3c64812" /><Relationship Type="http://schemas.openxmlformats.org/officeDocument/2006/relationships/slideLayout" Target="/ppt/slideLayouts/slideLayout40.xml" Id="R618f5f614fdc44f4" /><Relationship Type="http://schemas.openxmlformats.org/officeDocument/2006/relationships/slideLayout" Target="/ppt/slideLayouts/slideLayout41.xml" Id="Rd02c37bfdf284f8c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5B79137-CECD-4DFA-A0EA-BD7A75B1A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8600" y="1895400"/>
            <a:ext cx="5760600" cy="301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91425" anchor="t">
            <a:spAutoFit/>
          </a:bodyPr>
          <a:lstStyle xmlns:a="http://schemas.openxmlformats.org/drawingml/2006/main">
            <a:lvl1pPr marL="45720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marL="9144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2pPr>
            <a:lvl3pPr marL="13716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3pPr>
            <a:lvl4pPr marL="18288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4pPr>
            <a:lvl5pPr marL="22860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5pPr>
            <a:lvl6pPr marL="27432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6pPr>
            <a:lvl7pPr marL="32004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7pPr>
            <a:lvl8pPr marL="3657600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8pPr>
            <a:lvl9pPr marL="4114800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3C805CC-D871-4D08-911D-9786668DEF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8850" y="312400"/>
            <a:ext cx="4469700" cy="4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9631CE6-49A3-4BA0-9CCF-C487BDCCE8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23800" y="1983025"/>
            <a:ext cx="4043400" cy="247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1pPr>
            <a:lvl2pPr marL="914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2pPr>
            <a:lvl3pPr marL="1371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3pPr>
            <a:lvl4pPr marL="1828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4pPr>
            <a:lvl5pPr marL="22860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5pPr>
            <a:lvl6pPr marL="27432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6pPr>
            <a:lvl7pPr marL="32004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7pPr>
            <a:lvl8pPr marL="36576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8pPr>
            <a:lvl9pPr marL="4114800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c9cdf96c44ef0"/>
    <p:sldLayoutId xmlns:r="http://schemas.openxmlformats.org/officeDocument/2006/relationships" id="2147483650" r:id="Rfe2134674ebd4100"/>
    <p:sldLayoutId xmlns:r="http://schemas.openxmlformats.org/officeDocument/2006/relationships" id="2147483651" r:id="Raf180cb95a1b41a4"/>
    <p:sldLayoutId xmlns:r="http://schemas.openxmlformats.org/officeDocument/2006/relationships" id="2147483652" r:id="R7742b08c1aec406e"/>
    <p:sldLayoutId xmlns:r="http://schemas.openxmlformats.org/officeDocument/2006/relationships" id="2147483653" r:id="Rac4565e5d7f14e2d"/>
    <p:sldLayoutId xmlns:r="http://schemas.openxmlformats.org/officeDocument/2006/relationships" id="2147483654" r:id="R3b4d1c02500a4b03"/>
    <p:sldLayoutId xmlns:r="http://schemas.openxmlformats.org/officeDocument/2006/relationships" id="2147483655" r:id="Rec6eac5665b8413a"/>
    <p:sldLayoutId xmlns:r="http://schemas.openxmlformats.org/officeDocument/2006/relationships" id="2147483656" r:id="R0cafa43b9a7d440a"/>
    <p:sldLayoutId xmlns:r="http://schemas.openxmlformats.org/officeDocument/2006/relationships" id="2147483657" r:id="Rb80a728f7a1e4bc1"/>
    <p:sldLayoutId xmlns:r="http://schemas.openxmlformats.org/officeDocument/2006/relationships" id="2147483658" r:id="R381b52c3d05a43c9"/>
    <p:sldLayoutId xmlns:r="http://schemas.openxmlformats.org/officeDocument/2006/relationships" id="2147483659" r:id="R967ebe8f056941ed"/>
    <p:sldLayoutId xmlns:r="http://schemas.openxmlformats.org/officeDocument/2006/relationships" id="2147483660" r:id="R3bb94e52914343f6"/>
    <p:sldLayoutId xmlns:r="http://schemas.openxmlformats.org/officeDocument/2006/relationships" id="2147483661" r:id="R564f42d96f114119"/>
    <p:sldLayoutId xmlns:r="http://schemas.openxmlformats.org/officeDocument/2006/relationships" id="2147483662" r:id="Rc08c7037e5e74988"/>
    <p:sldLayoutId xmlns:r="http://schemas.openxmlformats.org/officeDocument/2006/relationships" id="2147483663" r:id="R1575aad6675a4718"/>
    <p:sldLayoutId xmlns:r="http://schemas.openxmlformats.org/officeDocument/2006/relationships" id="2147483664" r:id="R70b74a873ea74f3b"/>
    <p:sldLayoutId xmlns:r="http://schemas.openxmlformats.org/officeDocument/2006/relationships" id="2147483665" r:id="R38c6925b944446af"/>
    <p:sldLayoutId xmlns:r="http://schemas.openxmlformats.org/officeDocument/2006/relationships" id="2147483666" r:id="R5cc1a2596be54740"/>
    <p:sldLayoutId xmlns:r="http://schemas.openxmlformats.org/officeDocument/2006/relationships" id="2147483667" r:id="R74415ffe47b0495d"/>
    <p:sldLayoutId xmlns:r="http://schemas.openxmlformats.org/officeDocument/2006/relationships" id="2147483668" r:id="R2d6e16dc4c70421f"/>
    <p:sldLayoutId xmlns:r="http://schemas.openxmlformats.org/officeDocument/2006/relationships" id="2147483669" r:id="R0997b523cfdc4aba"/>
    <p:sldLayoutId xmlns:r="http://schemas.openxmlformats.org/officeDocument/2006/relationships" id="2147483670" r:id="R4416a081b1ae42e1"/>
    <p:sldLayoutId xmlns:r="http://schemas.openxmlformats.org/officeDocument/2006/relationships" id="2147483671" r:id="R211449b21d84416d"/>
    <p:sldLayoutId xmlns:r="http://schemas.openxmlformats.org/officeDocument/2006/relationships" id="2147483672" r:id="R0bfca1a3270c4511"/>
    <p:sldLayoutId xmlns:r="http://schemas.openxmlformats.org/officeDocument/2006/relationships" id="2147483673" r:id="Rb1e56f23c6e6401a"/>
    <p:sldLayoutId xmlns:r="http://schemas.openxmlformats.org/officeDocument/2006/relationships" id="2147483674" r:id="R231971b2e41e4219"/>
    <p:sldLayoutId xmlns:r="http://schemas.openxmlformats.org/officeDocument/2006/relationships" id="2147483675" r:id="Rd4d8dd3756fe48a7"/>
    <p:sldLayoutId xmlns:r="http://schemas.openxmlformats.org/officeDocument/2006/relationships" id="2147483676" r:id="R0fa4c1b6774d4d9f"/>
    <p:sldLayoutId xmlns:r="http://schemas.openxmlformats.org/officeDocument/2006/relationships" id="2147483677" r:id="R3fb9af14a2ef446e"/>
    <p:sldLayoutId xmlns:r="http://schemas.openxmlformats.org/officeDocument/2006/relationships" id="2147483678" r:id="R959a44cab6eb49b1"/>
    <p:sldLayoutId xmlns:r="http://schemas.openxmlformats.org/officeDocument/2006/relationships" id="2147483679" r:id="R76112b331e604237"/>
    <p:sldLayoutId xmlns:r="http://schemas.openxmlformats.org/officeDocument/2006/relationships" id="2147483680" r:id="Rb3b3052d9aa84c28"/>
    <p:sldLayoutId xmlns:r="http://schemas.openxmlformats.org/officeDocument/2006/relationships" id="2147483681" r:id="R61477eeeb30e4958"/>
    <p:sldLayoutId xmlns:r="http://schemas.openxmlformats.org/officeDocument/2006/relationships" id="2147483682" r:id="R3f411c1b8b1c42a4"/>
    <p:sldLayoutId xmlns:r="http://schemas.openxmlformats.org/officeDocument/2006/relationships" id="2147483683" r:id="Ra7e705b5be204caf"/>
    <p:sldLayoutId xmlns:r="http://schemas.openxmlformats.org/officeDocument/2006/relationships" id="2147483684" r:id="Ra1ab691536814017"/>
    <p:sldLayoutId xmlns:r="http://schemas.openxmlformats.org/officeDocument/2006/relationships" id="2147483685" r:id="R354e49fb1227477f"/>
    <p:sldLayoutId xmlns:r="http://schemas.openxmlformats.org/officeDocument/2006/relationships" id="2147483686" r:id="R0311d79438f94107"/>
    <p:sldLayoutId xmlns:r="http://schemas.openxmlformats.org/officeDocument/2006/relationships" id="2147483687" r:id="Ra62d7bbbf3c64812"/>
    <p:sldLayoutId xmlns:r="http://schemas.openxmlformats.org/officeDocument/2006/relationships" id="2147483688" r:id="R618f5f614fdc44f4"/>
    <p:sldLayoutId xmlns:r="http://schemas.openxmlformats.org/officeDocument/2006/relationships" id="2147483689" r:id="Rd02c37bfdf284f8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xmlns:a="http://schemas.openxmlformats.org/drawingml/2006/main" val="E46962"/>
          </p15:clr>
        </p15:guide>
        <p15:guide id="2" pos="144">
          <p15:clr>
            <a:srgbClr xmlns:a="http://schemas.openxmlformats.org/drawingml/2006/main" val="E46962"/>
          </p15:clr>
        </p15:guide>
        <p15:guide id="3" orient="horz" pos="144">
          <p15:clr>
            <a:srgbClr xmlns:a="http://schemas.openxmlformats.org/drawingml/2006/main" val="E46962"/>
          </p15:clr>
        </p15:guide>
        <p15:guide id="4" orient="horz" pos="3094">
          <p15:clr>
            <a:srgbClr xmlns:a="http://schemas.openxmlformats.org/drawingml/2006/main" val="E46962"/>
          </p15:clr>
        </p15:guide>
        <p15:guide id="5" pos="2850">
          <p15:clr>
            <a:srgbClr xmlns:a="http://schemas.openxmlformats.org/drawingml/2006/main" val="E46962"/>
          </p15:clr>
        </p15:guide>
        <p15:guide id="6" pos="2910">
          <p15:clr>
            <a:srgbClr xmlns:a="http://schemas.openxmlformats.org/drawingml/2006/main" val="E46962"/>
          </p15:clr>
        </p15:guide>
        <p15:guide id="7" pos="1468">
          <p15:clr>
            <a:srgbClr xmlns:a="http://schemas.openxmlformats.org/drawingml/2006/main" val="E46962"/>
          </p15:clr>
        </p15:guide>
        <p15:guide id="8" pos="1527">
          <p15:clr>
            <a:srgbClr xmlns:a="http://schemas.openxmlformats.org/drawingml/2006/main" val="E46962"/>
          </p15:clr>
        </p15:guide>
        <p15:guide id="9" pos="4226">
          <p15:clr>
            <a:srgbClr xmlns:a="http://schemas.openxmlformats.org/drawingml/2006/main" val="E46962"/>
          </p15:clr>
        </p15:guide>
        <p15:guide id="10" pos="4285">
          <p15:clr>
            <a:srgbClr xmlns:a="http://schemas.openxmlformats.org/drawingml/2006/main" val="E46962"/>
          </p15:clr>
        </p15:guide>
        <p15:guide id="11" pos="3773">
          <p15:clr>
            <a:srgbClr xmlns:a="http://schemas.openxmlformats.org/drawingml/2006/main" val="E46962"/>
          </p15:clr>
        </p15:guide>
        <p15:guide id="12" pos="3830">
          <p15:clr>
            <a:srgbClr xmlns:a="http://schemas.openxmlformats.org/drawingml/2006/main" val="E46962"/>
          </p15:clr>
        </p15:guide>
        <p15:guide id="13" pos="1930">
          <p15:clr>
            <a:srgbClr xmlns:a="http://schemas.openxmlformats.org/drawingml/2006/main" val="E46962"/>
          </p15:clr>
        </p15:guide>
        <p15:guide id="14" pos="1987">
          <p15:clr>
            <a:srgbClr xmlns:a="http://schemas.openxmlformats.org/drawingml/2006/main" val="E46962"/>
          </p15:clr>
        </p15:guide>
        <p15:guide id="15" orient="horz" pos="288">
          <p15:clr>
            <a:srgbClr xmlns:a="http://schemas.openxmlformats.org/drawingml/2006/main" val="E46962"/>
          </p15:clr>
        </p15:guide>
        <p15:guide id="16" orient="horz" pos="2950">
          <p15:clr>
            <a:srgbClr xmlns:a="http://schemas.openxmlformats.org/drawingml/2006/main" val="E46962"/>
          </p15:clr>
        </p15:guide>
        <p15:guide id="17" orient="horz" pos="1135">
          <p15:clr>
            <a:srgbClr xmlns:a="http://schemas.openxmlformats.org/drawingml/2006/main" val="E46962"/>
          </p15:clr>
        </p15:guide>
        <p15:guide id="18" orient="horz" pos="1194">
          <p15:clr>
            <a:srgbClr xmlns:a="http://schemas.openxmlformats.org/drawingml/2006/main" val="E46962"/>
          </p15:clr>
        </p15:guide>
        <p15:guide id="19" orient="horz" pos="2043">
          <p15:clr>
            <a:srgbClr xmlns:a="http://schemas.openxmlformats.org/drawingml/2006/main" val="E46962"/>
          </p15:clr>
        </p15:guide>
        <p15:guide id="20" orient="horz" pos="2103">
          <p15:clr>
            <a:srgbClr xmlns:a="http://schemas.openxmlformats.org/drawingml/2006/main" val="E46962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ceae345bce489b" /><Relationship Type="http://schemas.openxmlformats.org/officeDocument/2006/relationships/notesSlide" Target="/ppt/notesSlides/notesSlide1.xml" Id="R26990270ab9645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f02af7c30db4676" /><Relationship Type="http://schemas.openxmlformats.org/officeDocument/2006/relationships/notesSlide" Target="/ppt/notesSlides/notesSlide2.xml" Id="R5c9376d7affc48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47e14cefdb3413b" /><Relationship Type="http://schemas.openxmlformats.org/officeDocument/2006/relationships/notesSlide" Target="/ppt/notesSlides/notesSlide3.xml" Id="R1f4221c95891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2aeed7505964f66" /><Relationship Type="http://schemas.openxmlformats.org/officeDocument/2006/relationships/notesSlide" Target="/ppt/notesSlides/notesSlide4.xml" Id="Rfdf18bd68ba345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8970bda097b4213" /><Relationship Type="http://schemas.openxmlformats.org/officeDocument/2006/relationships/notesSlide" Target="/ppt/notesSlides/notesSlide5.xml" Id="R2c728a3164294c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d4f4f3ab3164fb2" /><Relationship Type="http://schemas.openxmlformats.org/officeDocument/2006/relationships/notesSlide" Target="/ppt/notesSlides/notesSlide6.xml" Id="Ra5f42bfbc00847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24fba45451c48a2" /><Relationship Type="http://schemas.openxmlformats.org/officeDocument/2006/relationships/notesSlide" Target="/ppt/notesSlides/notesSlide7.xml" Id="R256461b2e9964c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613cd9e34c34347" /><Relationship Type="http://schemas.openxmlformats.org/officeDocument/2006/relationships/notesSlide" Target="/ppt/notesSlides/notesSlide8.xml" Id="Re45e0ea288b1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dc3fd5283c2415b" /><Relationship Type="http://schemas.openxmlformats.org/officeDocument/2006/relationships/notesSlide" Target="/ppt/notesSlides/notesSlide9.xml" Id="Rdfa9ca1890774c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925c349e5b54e0e" /><Relationship Type="http://schemas.openxmlformats.org/officeDocument/2006/relationships/notesSlide" Target="/ppt/notesSlides/notesSlide10.xml" Id="Rc16f68d5e56642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d9cbad979854d84" /><Relationship Type="http://schemas.openxmlformats.org/officeDocument/2006/relationships/notesSlide" Target="/ppt/notesSlides/notesSlide11.xml" Id="R04fd94682bdc48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048cb42ce324285" /><Relationship Type="http://schemas.openxmlformats.org/officeDocument/2006/relationships/notesSlide" Target="/ppt/notesSlides/notesSlide12.xml" Id="Rb97a18fbd49b4b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4efd93ee1474a19" /><Relationship Type="http://schemas.openxmlformats.org/officeDocument/2006/relationships/notesSlide" Target="/ppt/notesSlides/notesSlide13.xml" Id="R6e9e6407fd834e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d5ab9ca13d848de" /><Relationship Type="http://schemas.openxmlformats.org/officeDocument/2006/relationships/notesSlide" Target="/ppt/notesSlides/notesSlide14.xml" Id="R34f326ed95f04b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d1fa394c7e94647" /><Relationship Type="http://schemas.openxmlformats.org/officeDocument/2006/relationships/notesSlide" Target="/ppt/notesSlides/notesSlide15.xml" Id="R4bac60688b5e46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deaef06fa9a499b" /><Relationship Type="http://schemas.openxmlformats.org/officeDocument/2006/relationships/notesSlide" Target="/ppt/notesSlides/notesSlide16.xml" Id="R36e39ebe697f40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05c0d7964e747c8" /><Relationship Type="http://schemas.openxmlformats.org/officeDocument/2006/relationships/notesSlide" Target="/ppt/notesSlides/notesSlide17.xml" Id="Ra57e5036ff104e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13d8b0870bb64d11" /><Relationship Type="http://schemas.openxmlformats.org/officeDocument/2006/relationships/notesSlide" Target="/ppt/notesSlides/notesSlide18.xml" Id="R5424f6be72ae41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8" name="Google Shape;548;p43">
            <a:extLst xmlns:a="http://schemas.openxmlformats.org/drawingml/2006/main">
              <a:ext uri="{FF2B5EF4-FFF2-40B4-BE49-F238E27FC236}">
                <a16:creationId xmlns:a16="http://schemas.microsoft.com/office/drawing/2014/main" id="{C1E1C8B2-A793-48D4-86C0-9BBB477A6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050" y="2207719"/>
            <a:ext cx="5760900" cy="205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2"/>
                </a:solidFill>
              </a:rPr>
              <a:t>Hex</a:t>
            </a:r>
            <a:endParaRPr>
              <a:solidFill>
                <a:schemeClr val="dk2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2"/>
                </a:solidFill>
              </a:rPr>
              <a:t>Prepare for every plausible outbreak.</a:t>
            </a:r>
          </a:p>
        </p:txBody>
      </p:sp>
      <p:sp>
        <p:nvSpPr>
          <p:cNvPr id="549" name="Google Shape;549;p43">
            <a:extLst xmlns:a="http://schemas.openxmlformats.org/drawingml/2006/main">
              <a:ext uri="{FF2B5EF4-FFF2-40B4-BE49-F238E27FC236}">
                <a16:creationId xmlns:a16="http://schemas.microsoft.com/office/drawing/2014/main" id="{77D1F454-9A0E-4C59-A09A-C8B2604B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50" name="Google Shape;550;p43">
            <a:extLst xmlns:a="http://schemas.openxmlformats.org/drawingml/2006/main">
              <a:ext uri="{FF2B5EF4-FFF2-40B4-BE49-F238E27FC236}">
                <a16:creationId xmlns:a16="http://schemas.microsoft.com/office/drawing/2014/main" id="{85ACE5DA-B9B1-4A6C-8FB3-EE678062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57777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5" name="Google Shape;555;p44">
            <a:extLst xmlns:a="http://schemas.openxmlformats.org/drawingml/2006/main">
              <a:ext uri="{FF2B5EF4-FFF2-40B4-BE49-F238E27FC236}">
                <a16:creationId xmlns:a16="http://schemas.microsoft.com/office/drawing/2014/main" id="{B5ABFD32-B6EC-4D7C-82F7-D60C56B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00" y="2429588"/>
            <a:ext cx="15009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556" name="Google Shape;556;p44">
            <a:extLst xmlns:a="http://schemas.openxmlformats.org/drawingml/2006/main">
              <a:ext uri="{FF2B5EF4-FFF2-40B4-BE49-F238E27FC236}">
                <a16:creationId xmlns:a16="http://schemas.microsoft.com/office/drawing/2014/main" id="{A3CD0CE5-17C3-43AA-8915-7766AC1E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050" y="2429588"/>
            <a:ext cx="15009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557" name="Google Shape;557;p44">
            <a:extLst xmlns:a="http://schemas.openxmlformats.org/drawingml/2006/main">
              <a:ext uri="{FF2B5EF4-FFF2-40B4-BE49-F238E27FC236}">
                <a16:creationId xmlns:a16="http://schemas.microsoft.com/office/drawing/2014/main" id="{4E0D15C8-DB8E-4FD9-A9B6-66B9549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400" y="2429588"/>
            <a:ext cx="15009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558" name="Google Shape;558;p44">
            <a:extLst xmlns:a="http://schemas.openxmlformats.org/drawingml/2006/main">
              <a:ext uri="{FF2B5EF4-FFF2-40B4-BE49-F238E27FC236}">
                <a16:creationId xmlns:a16="http://schemas.microsoft.com/office/drawing/2014/main" id="{910AD317-EAE9-45DC-BB3B-58589F89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59" name="Google Shape;559;p44">
            <a:extLst xmlns:a="http://schemas.openxmlformats.org/drawingml/2006/main">
              <a:ext uri="{FF2B5EF4-FFF2-40B4-BE49-F238E27FC236}">
                <a16:creationId xmlns:a16="http://schemas.microsoft.com/office/drawing/2014/main" id="{E49A8421-AAAB-4C2E-94F5-B18FA492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60" name="Google Shape;560;p44">
            <a:extLst xmlns:a="http://schemas.openxmlformats.org/drawingml/2006/main">
              <a:ext uri="{FF2B5EF4-FFF2-40B4-BE49-F238E27FC236}">
                <a16:creationId xmlns:a16="http://schemas.microsoft.com/office/drawing/2014/main" id="{DDE4B00C-6A7E-4B05-B4C3-312C52F1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61" name="Google Shape;561;p44">
            <a:extLst xmlns:a="http://schemas.openxmlformats.org/drawingml/2006/main">
              <a:ext uri="{FF2B5EF4-FFF2-40B4-BE49-F238E27FC236}">
                <a16:creationId xmlns:a16="http://schemas.microsoft.com/office/drawing/2014/main" id="{408D5240-5516-46A3-8FCA-E72907D86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Hospitals prepare with incomplete signals</a:t>
            </a:r>
            <a:endParaRPr/>
          </a:p>
        </p:txBody>
      </p:sp>
      <p:sp>
        <p:nvSpPr>
          <p:cNvPr id="562" name="Google Shape;562;p44">
            <a:extLst xmlns:a="http://schemas.openxmlformats.org/drawingml/2006/main">
              <a:ext uri="{FF2B5EF4-FFF2-40B4-BE49-F238E27FC236}">
                <a16:creationId xmlns:a16="http://schemas.microsoft.com/office/drawing/2014/main" id="{B6220256-5D3A-43B2-9ECB-868CED1B58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problem</a:t>
            </a:r>
            <a:endParaRPr/>
          </a:p>
        </p:txBody>
      </p:sp>
      <p:sp>
        <p:nvSpPr>
          <p:cNvPr id="563" name="Google Shape;563;p44">
            <a:extLst xmlns:a="http://schemas.openxmlformats.org/drawingml/2006/main">
              <a:ext uri="{FF2B5EF4-FFF2-40B4-BE49-F238E27FC236}">
                <a16:creationId xmlns:a16="http://schemas.microsoft.com/office/drawing/2014/main" id="{15FA3C2F-26A1-410E-AFAF-88A796150A4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5170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Fragmented signals</a:t>
            </a:r>
            <a:endParaRPr/>
          </a:p>
        </p:txBody>
      </p:sp>
      <p:sp>
        <p:nvSpPr>
          <p:cNvPr id="564" name="Google Shape;564;p44">
            <a:extLst xmlns:a="http://schemas.openxmlformats.org/drawingml/2006/main">
              <a:ext uri="{FF2B5EF4-FFF2-40B4-BE49-F238E27FC236}">
                <a16:creationId xmlns:a16="http://schemas.microsoft.com/office/drawing/2014/main" id="{1E317B41-BEA1-46B0-AD31-1ECFE2724A2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1505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Unknown dynamics</a:t>
            </a:r>
            <a:endParaRPr/>
          </a:p>
        </p:txBody>
      </p:sp>
      <p:sp>
        <p:nvSpPr>
          <p:cNvPr id="565" name="Google Shape;565;p44">
            <a:extLst xmlns:a="http://schemas.openxmlformats.org/drawingml/2006/main">
              <a:ext uri="{FF2B5EF4-FFF2-40B4-BE49-F238E27FC236}">
                <a16:creationId xmlns:a16="http://schemas.microsoft.com/office/drawing/2014/main" id="{CCCC3B8F-889A-43DD-B384-7CF00C6951A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27840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Fixed capacity</a:t>
            </a:r>
            <a:endParaRPr/>
          </a:p>
        </p:txBody>
      </p:sp>
      <p:sp>
        <p:nvSpPr>
          <p:cNvPr id="566" name="Google Shape;566;p44">
            <a:extLst xmlns:a="http://schemas.openxmlformats.org/drawingml/2006/main">
              <a:ext uri="{FF2B5EF4-FFF2-40B4-BE49-F238E27FC236}">
                <a16:creationId xmlns:a16="http://schemas.microsoft.com/office/drawing/2014/main" id="{122F7F54-B60D-4161-BB68-6E0D78122AD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1700" y="2882813"/>
            <a:ext cx="2439900" cy="90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Early syndrome signals sit across local hospital records.</a:t>
            </a:r>
            <a:endParaRPr/>
          </a:p>
        </p:txBody>
      </p:sp>
      <p:sp>
        <p:nvSpPr>
          <p:cNvPr id="567" name="Google Shape;567;p44">
            <a:extLst xmlns:a="http://schemas.openxmlformats.org/drawingml/2006/main">
              <a:ext uri="{FF2B5EF4-FFF2-40B4-BE49-F238E27FC236}">
                <a16:creationId xmlns:a16="http://schemas.microsoft.com/office/drawing/2014/main" id="{A3EDBAAF-06DA-498B-B299-BD334BB07F8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15050" y="2882813"/>
            <a:ext cx="2439900" cy="87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The disease and severity may not yet be known.</a:t>
            </a:r>
            <a:endParaRPr/>
          </a:p>
        </p:txBody>
      </p:sp>
      <p:sp>
        <p:nvSpPr>
          <p:cNvPr id="568" name="Google Shape;568;p44">
            <a:extLst xmlns:a="http://schemas.openxmlformats.org/drawingml/2006/main">
              <a:ext uri="{FF2B5EF4-FFF2-40B4-BE49-F238E27FC236}">
                <a16:creationId xmlns:a16="http://schemas.microsoft.com/office/drawing/2014/main" id="{033AD7C3-5F30-4AF7-BA7D-A1BACC901F7E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78400" y="2882813"/>
            <a:ext cx="2439900" cy="90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Bed, staff and oxygen needs can shift quickly by zone.</a:t>
            </a:r>
            <a:endParaRPr/>
          </a:p>
        </p:txBody>
      </p:sp>
      <p:sp>
        <p:nvSpPr>
          <p:cNvPr id="569" name="Google Shape;569;p44">
            <a:extLst xmlns:a="http://schemas.openxmlformats.org/drawingml/2006/main">
              <a:ext uri="{FF2B5EF4-FFF2-40B4-BE49-F238E27FC236}">
                <a16:creationId xmlns:a16="http://schemas.microsoft.com/office/drawing/2014/main" id="{1DE5B6C7-1AC5-4236-B29C-02A9C7B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931920"/>
            <a:ext cx="83211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i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An alert is not enough: hospitals need to know which response holds up across plausible futures.</a:t>
            </a:r>
            <a:endParaRPr sz="1200" i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06450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6" name="Google Shape;636;p47">
            <a:extLst xmlns:a="http://schemas.openxmlformats.org/drawingml/2006/main">
              <a:ext uri="{FF2B5EF4-FFF2-40B4-BE49-F238E27FC236}">
                <a16:creationId xmlns:a16="http://schemas.microsoft.com/office/drawing/2014/main" id="{A12D370A-650C-44CC-B139-77D566E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25" y="2433450"/>
            <a:ext cx="27627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37" name="Google Shape;637;p47">
            <a:extLst xmlns:a="http://schemas.openxmlformats.org/drawingml/2006/main">
              <a:ext uri="{FF2B5EF4-FFF2-40B4-BE49-F238E27FC236}">
                <a16:creationId xmlns:a16="http://schemas.microsoft.com/office/drawing/2014/main" id="{1271A821-D5B0-4007-AD75-DC7DFAB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875" y="2433450"/>
            <a:ext cx="27627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38" name="Google Shape;638;p47">
            <a:extLst xmlns:a="http://schemas.openxmlformats.org/drawingml/2006/main">
              <a:ext uri="{FF2B5EF4-FFF2-40B4-BE49-F238E27FC236}">
                <a16:creationId xmlns:a16="http://schemas.microsoft.com/office/drawing/2014/main" id="{B2A2B6B8-8B8B-409D-BCAB-B82FFD5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700" y="2433450"/>
            <a:ext cx="27627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39" name="Google Shape;639;p47">
            <a:extLst xmlns:a="http://schemas.openxmlformats.org/drawingml/2006/main">
              <a:ext uri="{FF2B5EF4-FFF2-40B4-BE49-F238E27FC236}">
                <a16:creationId xmlns:a16="http://schemas.microsoft.com/office/drawing/2014/main" id="{BFEA21AF-92DA-4CD6-ADB1-8F9F564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0" name="Google Shape;640;p47">
            <a:extLst xmlns:a="http://schemas.openxmlformats.org/drawingml/2006/main">
              <a:ext uri="{FF2B5EF4-FFF2-40B4-BE49-F238E27FC236}">
                <a16:creationId xmlns:a16="http://schemas.microsoft.com/office/drawing/2014/main" id="{F7CB7CAF-5FE6-46F7-9DE8-91BF70A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1" name="Google Shape;641;p47">
            <a:extLst xmlns:a="http://schemas.openxmlformats.org/drawingml/2006/main">
              <a:ext uri="{FF2B5EF4-FFF2-40B4-BE49-F238E27FC236}">
                <a16:creationId xmlns:a16="http://schemas.microsoft.com/office/drawing/2014/main" id="{DB025C72-DC73-4119-A014-4E297C8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2" name="Google Shape;642;p47">
            <a:extLst xmlns:a="http://schemas.openxmlformats.org/drawingml/2006/main">
              <a:ext uri="{FF2B5EF4-FFF2-40B4-BE49-F238E27FC236}">
                <a16:creationId xmlns:a16="http://schemas.microsoft.com/office/drawing/2014/main" id="{D3C65E57-42C9-4204-91A6-863EC38D9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Forecasts stop short of preparedness</a:t>
            </a:r>
            <a:endParaRPr/>
          </a:p>
        </p:txBody>
      </p:sp>
      <p:sp>
        <p:nvSpPr>
          <p:cNvPr id="643" name="Google Shape;643;p47">
            <a:extLst xmlns:a="http://schemas.openxmlformats.org/drawingml/2006/main">
              <a:ext uri="{FF2B5EF4-FFF2-40B4-BE49-F238E27FC236}">
                <a16:creationId xmlns:a16="http://schemas.microsoft.com/office/drawing/2014/main" id="{16076967-0760-453C-B306-78D0D9F121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Existing approaches</a:t>
            </a:r>
            <a:endParaRPr/>
          </a:p>
        </p:txBody>
      </p:sp>
      <p:sp>
        <p:nvSpPr>
          <p:cNvPr id="644" name="Google Shape;644;p47">
            <a:extLst xmlns:a="http://schemas.openxmlformats.org/drawingml/2006/main">
              <a:ext uri="{FF2B5EF4-FFF2-40B4-BE49-F238E27FC236}">
                <a16:creationId xmlns:a16="http://schemas.microsoft.com/office/drawing/2014/main" id="{340DA09C-76F5-4383-A4F2-71DC12C93E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5170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Forecasts</a:t>
            </a:r>
            <a:endParaRPr/>
          </a:p>
        </p:txBody>
      </p:sp>
      <p:sp>
        <p:nvSpPr>
          <p:cNvPr id="645" name="Google Shape;645;p47">
            <a:extLst xmlns:a="http://schemas.openxmlformats.org/drawingml/2006/main">
              <a:ext uri="{FF2B5EF4-FFF2-40B4-BE49-F238E27FC236}">
                <a16:creationId xmlns:a16="http://schemas.microsoft.com/office/drawing/2014/main" id="{8AA8E5BC-4AB0-4818-92E5-75BD7119950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1505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City twins</a:t>
            </a:r>
            <a:endParaRPr/>
          </a:p>
        </p:txBody>
      </p:sp>
      <p:sp>
        <p:nvSpPr>
          <p:cNvPr id="646" name="Google Shape;646;p47">
            <a:extLst xmlns:a="http://schemas.openxmlformats.org/drawingml/2006/main">
              <a:ext uri="{FF2B5EF4-FFF2-40B4-BE49-F238E27FC236}">
                <a16:creationId xmlns:a16="http://schemas.microsoft.com/office/drawing/2014/main" id="{228B9E40-B79E-474A-87CA-57BDF22F9C5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27840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Resource models</a:t>
            </a:r>
            <a:endParaRPr/>
          </a:p>
        </p:txBody>
      </p:sp>
      <p:sp>
        <p:nvSpPr>
          <p:cNvPr id="647" name="Google Shape;647;p47">
            <a:extLst xmlns:a="http://schemas.openxmlformats.org/drawingml/2006/main">
              <a:ext uri="{FF2B5EF4-FFF2-40B4-BE49-F238E27FC236}">
                <a16:creationId xmlns:a16="http://schemas.microsoft.com/office/drawing/2014/main" id="{D87C8ED8-0D51-490B-9FC9-CB0FE606189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15050" y="2882813"/>
            <a:ext cx="2439900" cy="78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Population simulators test scenarios, often from assumed outbreak dynamics.</a:t>
            </a:r>
            <a:endParaRPr/>
          </a:p>
        </p:txBody>
      </p:sp>
      <p:sp>
        <p:nvSpPr>
          <p:cNvPr id="648" name="Google Shape;648;p47">
            <a:extLst xmlns:a="http://schemas.openxmlformats.org/drawingml/2006/main">
              <a:ext uri="{FF2B5EF4-FFF2-40B4-BE49-F238E27FC236}">
                <a16:creationId xmlns:a16="http://schemas.microsoft.com/office/drawing/2014/main" id="{15B6CDD6-C302-413E-803F-E0B12FCD4CC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1700" y="2882813"/>
            <a:ext cx="2439900" cy="78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Forecasts can flag rising cases, then stop at an alert.</a:t>
            </a:r>
            <a:endParaRPr/>
          </a:p>
        </p:txBody>
      </p:sp>
      <p:sp>
        <p:nvSpPr>
          <p:cNvPr id="649" name="Google Shape;649;p47">
            <a:extLst xmlns:a="http://schemas.openxmlformats.org/drawingml/2006/main">
              <a:ext uri="{FF2B5EF4-FFF2-40B4-BE49-F238E27FC236}">
                <a16:creationId xmlns:a16="http://schemas.microsoft.com/office/drawing/2014/main" id="{F7928E56-E9F4-4DF8-B61C-8B2A39349089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78400" y="2882813"/>
            <a:ext cx="2439900" cy="78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Resource optimization can solve a fixed forecast, not changing uncertainty.</a:t>
            </a:r>
            <a:endParaRPr/>
          </a:p>
        </p:txBody>
      </p:sp>
      <p:sp>
        <p:nvSpPr>
          <p:cNvPr id="650" name="Google Shape;650;p47">
            <a:extLst xmlns:a="http://schemas.openxmlformats.org/drawingml/2006/main">
              <a:ext uri="{FF2B5EF4-FFF2-40B4-BE49-F238E27FC236}">
                <a16:creationId xmlns:a16="http://schemas.microsoft.com/office/drawing/2014/main" id="{B66CCB88-9C68-4392-BB6F-6320F2D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94760"/>
            <a:ext cx="83211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Each tool is useful. The gap is the closed loop from uncertain signals to robust hospital action.</a:t>
            </a:r>
            <a:endParaRPr sz="12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1" name="Google Shape;651;p47">
            <a:extLst xmlns:a="http://schemas.openxmlformats.org/drawingml/2006/main">
              <a:ext uri="{FF2B5EF4-FFF2-40B4-BE49-F238E27FC236}">
                <a16:creationId xmlns:a16="http://schemas.microsoft.com/office/drawing/2014/main" id="{43DA8507-B87C-4979-8E5E-9A0C915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160520"/>
            <a:ext cx="83211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Traditional: data → forecast → alert   •   Hex: discover → infer → simulate → optimize</a:t>
            </a:r>
            <a:endParaRPr sz="1000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3716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3" name="Google Shape;683;p49">
            <a:extLst xmlns:a="http://schemas.openxmlformats.org/drawingml/2006/main">
              <a:ext uri="{FF2B5EF4-FFF2-40B4-BE49-F238E27FC236}">
                <a16:creationId xmlns:a16="http://schemas.microsoft.com/office/drawing/2014/main" id="{6A6306B9-AF86-48B9-ACFB-B2C6174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50" y="1505700"/>
            <a:ext cx="28341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19" name="Google Shape;684;p49"/>
          <p:cNvCxnSpPr/>
          <p:nvPr/>
        </p:nvCxnSpPr>
        <p:spPr>
          <a:xfrm xmlns:a="http://schemas.openxmlformats.org/drawingml/2006/main">
            <a:off x="6084702" y="1505300"/>
            <a:ext cx="0" cy="1446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p49">
            <a:extLst xmlns:a="http://schemas.openxmlformats.org/drawingml/2006/main">
              <a:ext uri="{FF2B5EF4-FFF2-40B4-BE49-F238E27FC236}">
                <a16:creationId xmlns:a16="http://schemas.microsoft.com/office/drawing/2014/main" id="{1941A0C9-F8D2-450B-9674-E673F9E1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00" y="1505525"/>
            <a:ext cx="2828100" cy="17403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86" name="Google Shape;686;p49">
            <a:extLst xmlns:a="http://schemas.openxmlformats.org/drawingml/2006/main">
              <a:ext uri="{FF2B5EF4-FFF2-40B4-BE49-F238E27FC236}">
                <a16:creationId xmlns:a16="http://schemas.microsoft.com/office/drawing/2014/main" id="{FDDB4D79-2FD9-4AC4-92BD-948C5D4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100" y="1505700"/>
            <a:ext cx="28413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2" name="Google Shape;687;p49"/>
          <p:cNvCxnSpPr/>
          <p:nvPr/>
        </p:nvCxnSpPr>
        <p:spPr>
          <a:xfrm xmlns:a="http://schemas.openxmlformats.org/drawingml/2006/main" flipH="1">
            <a:off x="3051950" y="1507225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3" name="Google Shape;688;p49"/>
          <p:cNvCxnSpPr/>
          <p:nvPr/>
        </p:nvCxnSpPr>
        <p:spPr>
          <a:xfrm xmlns:a="http://schemas.openxmlformats.org/drawingml/2006/main" flipH="1">
            <a:off x="5978613" y="1507225"/>
            <a:ext cx="100800" cy="295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689;p49"/>
          <p:cNvCxnSpPr/>
          <p:nvPr/>
        </p:nvCxnSpPr>
        <p:spPr>
          <a:xfrm xmlns:a="http://schemas.openxmlformats.org/drawingml/2006/main" flipH="1">
            <a:off x="-50" y="1507225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0" name="Google Shape;690;p49">
            <a:extLst xmlns:a="http://schemas.openxmlformats.org/drawingml/2006/main">
              <a:ext uri="{FF2B5EF4-FFF2-40B4-BE49-F238E27FC236}">
                <a16:creationId xmlns:a16="http://schemas.microsoft.com/office/drawing/2014/main" id="{232B079E-E58B-4300-9A5D-4BE5C9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75" y="3337800"/>
            <a:ext cx="4294800" cy="937200"/>
          </a:xfrm>
          <a:prstGeom xmlns:a="http://schemas.openxmlformats.org/drawingml/2006/main" prst="snip2DiagRect">
            <a:avLst>
              <a:gd name="adj1" fmla="val 0"/>
              <a:gd name="adj2" fmla="val 29553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91" name="Google Shape;691;p49">
            <a:extLst xmlns:a="http://schemas.openxmlformats.org/drawingml/2006/main">
              <a:ext uri="{FF2B5EF4-FFF2-40B4-BE49-F238E27FC236}">
                <a16:creationId xmlns:a16="http://schemas.microsoft.com/office/drawing/2014/main" id="{72CEFF08-D5E4-4E38-AAEB-2D65A75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100" y="3337800"/>
            <a:ext cx="4296300" cy="937200"/>
          </a:xfrm>
          <a:prstGeom xmlns:a="http://schemas.openxmlformats.org/drawingml/2006/main" prst="snip2DiagRect">
            <a:avLst>
              <a:gd name="adj1" fmla="val 0"/>
              <a:gd name="adj2" fmla="val 30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7" name="Google Shape;692;p49"/>
          <p:cNvCxnSpPr/>
          <p:nvPr/>
        </p:nvCxnSpPr>
        <p:spPr>
          <a:xfrm xmlns:a="http://schemas.openxmlformats.org/drawingml/2006/main" flipH="1">
            <a:off x="3051950" y="29442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693;p49"/>
          <p:cNvCxnSpPr/>
          <p:nvPr/>
        </p:nvCxnSpPr>
        <p:spPr>
          <a:xfrm xmlns:a="http://schemas.openxmlformats.org/drawingml/2006/main" flipH="1">
            <a:off x="5977875" y="2949725"/>
            <a:ext cx="102600" cy="293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694;p49"/>
          <p:cNvCxnSpPr/>
          <p:nvPr/>
        </p:nvCxnSpPr>
        <p:spPr>
          <a:xfrm xmlns:a="http://schemas.openxmlformats.org/drawingml/2006/main" flipH="1">
            <a:off x="-50" y="29442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695;p49"/>
          <p:cNvCxnSpPr/>
          <p:nvPr/>
        </p:nvCxnSpPr>
        <p:spPr>
          <a:xfrm xmlns:a="http://schemas.openxmlformats.org/drawingml/2006/main" flipH="1">
            <a:off x="-50" y="33378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696;p49"/>
          <p:cNvCxnSpPr/>
          <p:nvPr/>
        </p:nvCxnSpPr>
        <p:spPr>
          <a:xfrm xmlns:a="http://schemas.openxmlformats.org/drawingml/2006/main" flipH="1">
            <a:off x="-50" y="39807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697;p49"/>
          <p:cNvCxnSpPr/>
          <p:nvPr/>
        </p:nvCxnSpPr>
        <p:spPr>
          <a:xfrm xmlns:a="http://schemas.openxmlformats.org/drawingml/2006/main" flipH="1">
            <a:off x="4515500" y="33378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698;p49"/>
          <p:cNvCxnSpPr/>
          <p:nvPr/>
        </p:nvCxnSpPr>
        <p:spPr>
          <a:xfrm xmlns:a="http://schemas.openxmlformats.org/drawingml/2006/main" flipH="1">
            <a:off x="4515500" y="39807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699;p49"/>
          <p:cNvCxnSpPr/>
          <p:nvPr/>
        </p:nvCxnSpPr>
        <p:spPr>
          <a:xfrm xmlns:a="http://schemas.openxmlformats.org/drawingml/2006/main" flipH="1">
            <a:off x="8908683" y="1507225"/>
            <a:ext cx="233100" cy="297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00;p49"/>
          <p:cNvCxnSpPr/>
          <p:nvPr/>
        </p:nvCxnSpPr>
        <p:spPr>
          <a:xfrm xmlns:a="http://schemas.openxmlformats.org/drawingml/2006/main" flipH="1">
            <a:off x="8910900" y="2940025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01;p49"/>
          <p:cNvCxnSpPr/>
          <p:nvPr/>
        </p:nvCxnSpPr>
        <p:spPr>
          <a:xfrm xmlns:a="http://schemas.openxmlformats.org/drawingml/2006/main" flipH="1">
            <a:off x="8910900" y="33373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02;p49"/>
          <p:cNvCxnSpPr/>
          <p:nvPr/>
        </p:nvCxnSpPr>
        <p:spPr>
          <a:xfrm xmlns:a="http://schemas.openxmlformats.org/drawingml/2006/main" flipH="1">
            <a:off x="8910900" y="39802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9">
            <a:extLst xmlns:a="http://schemas.openxmlformats.org/drawingml/2006/main">
              <a:ext uri="{FF2B5EF4-FFF2-40B4-BE49-F238E27FC236}">
                <a16:creationId xmlns:a16="http://schemas.microsoft.com/office/drawing/2014/main" id="{96D534A3-3B72-4C98-A187-9BC7187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4" name="Google Shape;704;p49">
            <a:extLst xmlns:a="http://schemas.openxmlformats.org/drawingml/2006/main">
              <a:ext uri="{FF2B5EF4-FFF2-40B4-BE49-F238E27FC236}">
                <a16:creationId xmlns:a16="http://schemas.microsoft.com/office/drawing/2014/main" id="{DB89EC3B-6FDF-4206-897F-5FB6379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5" name="Google Shape;705;p49">
            <a:extLst xmlns:a="http://schemas.openxmlformats.org/drawingml/2006/main">
              <a:ext uri="{FF2B5EF4-FFF2-40B4-BE49-F238E27FC236}">
                <a16:creationId xmlns:a16="http://schemas.microsoft.com/office/drawing/2014/main" id="{500E5293-F87F-440E-BBBB-1CD56693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6" name="Google Shape;706;p49">
            <a:extLst xmlns:a="http://schemas.openxmlformats.org/drawingml/2006/main">
              <a:ext uri="{FF2B5EF4-FFF2-40B4-BE49-F238E27FC236}">
                <a16:creationId xmlns:a16="http://schemas.microsoft.com/office/drawing/2014/main" id="{79AD14F9-11D0-427A-BA92-21DBAD468A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4600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Discover</a:t>
            </a:r>
            <a:endParaRPr/>
          </a:p>
        </p:txBody>
      </p:sp>
      <p:sp>
        <p:nvSpPr>
          <p:cNvPr id="707" name="Google Shape;707;p49">
            <a:extLst xmlns:a="http://schemas.openxmlformats.org/drawingml/2006/main">
              <a:ext uri="{FF2B5EF4-FFF2-40B4-BE49-F238E27FC236}">
                <a16:creationId xmlns:a16="http://schemas.microsoft.com/office/drawing/2014/main" id="{65C13D35-E874-4115-BFAB-50CD073FD3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4600" y="1984850"/>
            <a:ext cx="2466300" cy="9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 emerging syndromic clusters across hospitals.</a:t>
            </a:r>
            <a:endParaRPr/>
          </a:p>
        </p:txBody>
      </p:sp>
      <p:sp>
        <p:nvSpPr>
          <p:cNvPr id="708" name="Google Shape;708;p49">
            <a:extLst xmlns:a="http://schemas.openxmlformats.org/drawingml/2006/main">
              <a:ext uri="{FF2B5EF4-FFF2-40B4-BE49-F238E27FC236}">
                <a16:creationId xmlns:a16="http://schemas.microsoft.com/office/drawing/2014/main" id="{E803AFA8-0A51-4C0F-81FB-46402B2F078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29688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Simulate</a:t>
            </a:r>
            <a:endParaRPr/>
          </a:p>
        </p:txBody>
      </p:sp>
      <p:sp>
        <p:nvSpPr>
          <p:cNvPr id="709" name="Google Shape;709;p49">
            <a:extLst xmlns:a="http://schemas.openxmlformats.org/drawingml/2006/main">
              <a:ext uri="{FF2B5EF4-FFF2-40B4-BE49-F238E27FC236}">
                <a16:creationId xmlns:a16="http://schemas.microsoft.com/office/drawing/2014/main" id="{52149349-027C-45F7-A87A-6AEEDE082B8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29688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Represent uncertainty with many plausible city futures.</a:t>
            </a:r>
            <a:endParaRPr/>
          </a:p>
        </p:txBody>
      </p:sp>
      <p:sp>
        <p:nvSpPr>
          <p:cNvPr id="710" name="Google Shape;710;p49">
            <a:extLst xmlns:a="http://schemas.openxmlformats.org/drawingml/2006/main">
              <a:ext uri="{FF2B5EF4-FFF2-40B4-BE49-F238E27FC236}">
                <a16:creationId xmlns:a16="http://schemas.microsoft.com/office/drawing/2014/main" id="{6750EF5C-6005-4FF1-B60A-DE3751E2DFC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37091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Prepare</a:t>
            </a:r>
            <a:endParaRPr/>
          </a:p>
        </p:txBody>
      </p:sp>
      <p:sp>
        <p:nvSpPr>
          <p:cNvPr id="711" name="Google Shape;711;p49">
            <a:extLst xmlns:a="http://schemas.openxmlformats.org/drawingml/2006/main">
              <a:ext uri="{FF2B5EF4-FFF2-40B4-BE49-F238E27FC236}">
                <a16:creationId xmlns:a16="http://schemas.microsoft.com/office/drawing/2014/main" id="{D969D410-E39D-4071-8C5B-3147FCA1CC1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37091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Search for actions that hold up across those futures.</a:t>
            </a:r>
            <a:endParaRPr/>
          </a:p>
        </p:txBody>
      </p:sp>
      <p:sp>
        <p:nvSpPr>
          <p:cNvPr id="712" name="Google Shape;712;p49">
            <a:extLst xmlns:a="http://schemas.openxmlformats.org/drawingml/2006/main">
              <a:ext uri="{FF2B5EF4-FFF2-40B4-BE49-F238E27FC236}">
                <a16:creationId xmlns:a16="http://schemas.microsoft.com/office/drawing/2014/main" id="{599F12A7-DB0E-4E8D-8749-B58EEFA15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48177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in one decision loop</a:t>
            </a:r>
            <a:endParaRPr/>
          </a:p>
        </p:txBody>
      </p:sp>
      <p:sp>
        <p:nvSpPr>
          <p:cNvPr id="713" name="Google Shape;713;p49">
            <a:extLst xmlns:a="http://schemas.openxmlformats.org/drawingml/2006/main">
              <a:ext uri="{FF2B5EF4-FFF2-40B4-BE49-F238E27FC236}">
                <a16:creationId xmlns:a16="http://schemas.microsoft.com/office/drawing/2014/main" id="{DCCA75C4-8BBF-42E3-8F7F-71EF7B5D795E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24600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Traditional alert</a:t>
            </a:r>
            <a:endParaRPr sz="1000"/>
          </a:p>
        </p:txBody>
      </p:sp>
      <p:sp>
        <p:nvSpPr>
          <p:cNvPr id="714" name="Google Shape;714;p49">
            <a:extLst xmlns:a="http://schemas.openxmlformats.org/drawingml/2006/main">
              <a:ext uri="{FF2B5EF4-FFF2-40B4-BE49-F238E27FC236}">
                <a16:creationId xmlns:a16="http://schemas.microsoft.com/office/drawing/2014/main" id="{38482FD6-5C95-4FFD-A9D9-D7ACC784A25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24600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 → Forecast → Alert</a:t>
            </a:r>
            <a:endParaRPr/>
          </a:p>
        </p:txBody>
      </p:sp>
      <p:sp>
        <p:nvSpPr>
          <p:cNvPr id="715" name="Google Shape;715;p49">
            <a:extLst xmlns:a="http://schemas.openxmlformats.org/drawingml/2006/main">
              <a:ext uri="{FF2B5EF4-FFF2-40B4-BE49-F238E27FC236}">
                <a16:creationId xmlns:a16="http://schemas.microsoft.com/office/drawing/2014/main" id="{268C5904-C979-49E6-BBED-979BF07BE2D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815675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Hex recommendation</a:t>
            </a:r>
            <a:endParaRPr sz="1000"/>
          </a:p>
        </p:txBody>
      </p:sp>
      <p:sp>
        <p:nvSpPr>
          <p:cNvPr id="716" name="Google Shape;716;p49">
            <a:extLst xmlns:a="http://schemas.openxmlformats.org/drawingml/2006/main">
              <a:ext uri="{FF2B5EF4-FFF2-40B4-BE49-F238E27FC236}">
                <a16:creationId xmlns:a16="http://schemas.microsoft.com/office/drawing/2014/main" id="{60156019-344E-4E97-AC7D-2732A3E1622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815675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Discover → Infer → Generate futures → Stress-test → Recommend</a:t>
            </a:r>
            <a:endParaRPr/>
          </a:p>
        </p:txBody>
      </p:sp>
      <p:sp>
        <p:nvSpPr>
          <p:cNvPr id="717" name="Google Shape;717;p49">
            <a:extLst xmlns:a="http://schemas.openxmlformats.org/drawingml/2006/main">
              <a:ext uri="{FF2B5EF4-FFF2-40B4-BE49-F238E27FC236}">
                <a16:creationId xmlns:a16="http://schemas.microsoft.com/office/drawing/2014/main" id="{51FBF2D1-F30D-4B69-966B-52344BB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4320"/>
            <a:ext cx="3474600" cy="73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Every plausible outbreak future is tested before a plan is recommended.</a:t>
            </a:r>
            <a:endParaRPr sz="10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433767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2" name="Google Shape;601;p46"/>
          <p:cNvCxnSpPr/>
          <p:nvPr/>
        </p:nvCxnSpPr>
        <p:spPr>
          <a:xfrm xmlns:a="http://schemas.openxmlformats.org/drawingml/2006/main" flipH="1">
            <a:off x="45275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3" name="Google Shape;602;p46"/>
          <p:cNvCxnSpPr/>
          <p:nvPr/>
        </p:nvCxnSpPr>
        <p:spPr>
          <a:xfrm xmlns:a="http://schemas.openxmlformats.org/drawingml/2006/main" flipH="1">
            <a:off x="45300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4" name="Google Shape;603;p46"/>
          <p:cNvCxnSpPr/>
          <p:nvPr/>
        </p:nvCxnSpPr>
        <p:spPr>
          <a:xfrm xmlns:a="http://schemas.openxmlformats.org/drawingml/2006/main" flipH="1">
            <a:off x="67292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" name="Google Shape;604;p46"/>
          <p:cNvCxnSpPr/>
          <p:nvPr/>
        </p:nvCxnSpPr>
        <p:spPr>
          <a:xfrm xmlns:a="http://schemas.openxmlformats.org/drawingml/2006/main" flipH="1">
            <a:off x="67317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05;p46"/>
          <p:cNvCxnSpPr/>
          <p:nvPr/>
        </p:nvCxnSpPr>
        <p:spPr>
          <a:xfrm xmlns:a="http://schemas.openxmlformats.org/drawingml/2006/main" flipH="1">
            <a:off x="2329675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06;p46"/>
          <p:cNvCxnSpPr/>
          <p:nvPr/>
        </p:nvCxnSpPr>
        <p:spPr>
          <a:xfrm xmlns:a="http://schemas.openxmlformats.org/drawingml/2006/main" flipH="1">
            <a:off x="2332150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7" name="Google Shape;607;p46">
            <a:extLst xmlns:a="http://schemas.openxmlformats.org/drawingml/2006/main">
              <a:ext uri="{FF2B5EF4-FFF2-40B4-BE49-F238E27FC236}">
                <a16:creationId xmlns:a16="http://schemas.microsoft.com/office/drawing/2014/main" id="{2F154130-B0FE-4B8D-AD13-689B2F8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08" name="Google Shape;608;p46">
            <a:extLst xmlns:a="http://schemas.openxmlformats.org/drawingml/2006/main">
              <a:ext uri="{FF2B5EF4-FFF2-40B4-BE49-F238E27FC236}">
                <a16:creationId xmlns:a16="http://schemas.microsoft.com/office/drawing/2014/main" id="{9876ADDD-8B95-4C10-A4B7-24FC68C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2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09" name="Google Shape;609;p46">
            <a:extLst xmlns:a="http://schemas.openxmlformats.org/drawingml/2006/main">
              <a:ext uri="{FF2B5EF4-FFF2-40B4-BE49-F238E27FC236}">
                <a16:creationId xmlns:a16="http://schemas.microsoft.com/office/drawing/2014/main" id="{07B7EC2D-9D78-4683-BD2E-DE977EF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25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0" name="Google Shape;610;p46">
            <a:extLst xmlns:a="http://schemas.openxmlformats.org/drawingml/2006/main">
              <a:ext uri="{FF2B5EF4-FFF2-40B4-BE49-F238E27FC236}">
                <a16:creationId xmlns:a16="http://schemas.microsoft.com/office/drawing/2014/main" id="{95146DA2-0B32-47FC-B130-3709FB4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99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1" name="Google Shape;611;p46">
            <a:extLst xmlns:a="http://schemas.openxmlformats.org/drawingml/2006/main">
              <a:ext uri="{FF2B5EF4-FFF2-40B4-BE49-F238E27FC236}">
                <a16:creationId xmlns:a16="http://schemas.microsoft.com/office/drawing/2014/main" id="{B2B176CD-479C-4E65-8720-7A7A858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86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2" name="Google Shape;612;p46">
            <a:extLst xmlns:a="http://schemas.openxmlformats.org/drawingml/2006/main">
              <a:ext uri="{FF2B5EF4-FFF2-40B4-BE49-F238E27FC236}">
                <a16:creationId xmlns:a16="http://schemas.microsoft.com/office/drawing/2014/main" id="{F5D03540-B95D-42C5-8ADD-3AAF06C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3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3" name="Google Shape;613;p46">
            <a:extLst xmlns:a="http://schemas.openxmlformats.org/drawingml/2006/main">
              <a:ext uri="{FF2B5EF4-FFF2-40B4-BE49-F238E27FC236}">
                <a16:creationId xmlns:a16="http://schemas.microsoft.com/office/drawing/2014/main" id="{0650312C-1E73-4F5A-964B-8AE05BF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54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4" name="Google Shape;614;p46">
            <a:extLst xmlns:a="http://schemas.openxmlformats.org/drawingml/2006/main">
              <a:ext uri="{FF2B5EF4-FFF2-40B4-BE49-F238E27FC236}">
                <a16:creationId xmlns:a16="http://schemas.microsoft.com/office/drawing/2014/main" id="{8589FBD9-7A3D-42B1-9CB0-A3BE5B4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28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cxnSp>
        <p:nvCxnSpPr>
          <p:cNvPr id="646" name="Google Shape;615;p46"/>
          <p:cNvCxnSpPr/>
          <p:nvPr/>
        </p:nvCxnSpPr>
        <p:spPr>
          <a:xfrm xmlns:a="http://schemas.openxmlformats.org/drawingml/2006/main" flipH="1">
            <a:off x="67" y="4174625"/>
            <a:ext cx="3579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16;p46"/>
          <p:cNvCxnSpPr/>
          <p:nvPr/>
        </p:nvCxnSpPr>
        <p:spPr>
          <a:xfrm xmlns:a="http://schemas.openxmlformats.org/drawingml/2006/main" flipH="1">
            <a:off x="4050" y="2092075"/>
            <a:ext cx="3564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17;p46"/>
          <p:cNvCxnSpPr/>
          <p:nvPr/>
        </p:nvCxnSpPr>
        <p:spPr>
          <a:xfrm xmlns:a="http://schemas.openxmlformats.org/drawingml/2006/main" flipH="1">
            <a:off x="8933383" y="4174625"/>
            <a:ext cx="2256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18;p46"/>
          <p:cNvCxnSpPr/>
          <p:nvPr/>
        </p:nvCxnSpPr>
        <p:spPr>
          <a:xfrm xmlns:a="http://schemas.openxmlformats.org/drawingml/2006/main" flipH="1">
            <a:off x="8935847" y="2092075"/>
            <a:ext cx="2247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46">
            <a:extLst xmlns:a="http://schemas.openxmlformats.org/drawingml/2006/main">
              <a:ext uri="{FF2B5EF4-FFF2-40B4-BE49-F238E27FC236}">
                <a16:creationId xmlns:a16="http://schemas.microsoft.com/office/drawing/2014/main" id="{CF18C409-2CA4-4AD8-9D9D-0200B57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0" name="Google Shape;620;p46">
            <a:extLst xmlns:a="http://schemas.openxmlformats.org/drawingml/2006/main">
              <a:ext uri="{FF2B5EF4-FFF2-40B4-BE49-F238E27FC236}">
                <a16:creationId xmlns:a16="http://schemas.microsoft.com/office/drawing/2014/main" id="{5B909BD2-C4D7-411E-90B7-2617810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1" name="Google Shape;621;p46">
            <a:extLst xmlns:a="http://schemas.openxmlformats.org/drawingml/2006/main">
              <a:ext uri="{FF2B5EF4-FFF2-40B4-BE49-F238E27FC236}">
                <a16:creationId xmlns:a16="http://schemas.microsoft.com/office/drawing/2014/main" id="{822CA5C8-6768-402A-8E95-6B4CFCB1F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flow from local data to a robust plan</a:t>
            </a:r>
            <a:endParaRPr/>
          </a:p>
        </p:txBody>
      </p:sp>
      <p:sp>
        <p:nvSpPr>
          <p:cNvPr id="622" name="Google Shape;622;p46">
            <a:extLst xmlns:a="http://schemas.openxmlformats.org/drawingml/2006/main">
              <a:ext uri="{FF2B5EF4-FFF2-40B4-BE49-F238E27FC236}">
                <a16:creationId xmlns:a16="http://schemas.microsoft.com/office/drawing/2014/main" id="{EB16989D-A4B3-4951-BEC4-B2E68BE7C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952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1. Ingest + protect</a:t>
            </a:r>
            <a:endParaRPr/>
          </a:p>
        </p:txBody>
      </p:sp>
      <p:sp>
        <p:nvSpPr>
          <p:cNvPr id="623" name="Google Shape;623;p46">
            <a:extLst xmlns:a="http://schemas.openxmlformats.org/drawingml/2006/main">
              <a:ext uri="{FF2B5EF4-FFF2-40B4-BE49-F238E27FC236}">
                <a16:creationId xmlns:a16="http://schemas.microsoft.com/office/drawing/2014/main" id="{8771BEF8-87A8-4BE6-9803-E4664CD36F7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42747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2. Discover + infer</a:t>
            </a:r>
            <a:endParaRPr/>
          </a:p>
        </p:txBody>
      </p:sp>
      <p:sp>
        <p:nvSpPr>
          <p:cNvPr id="624" name="Google Shape;624;p46">
            <a:extLst xmlns:a="http://schemas.openxmlformats.org/drawingml/2006/main">
              <a:ext uri="{FF2B5EF4-FFF2-40B4-BE49-F238E27FC236}">
                <a16:creationId xmlns:a16="http://schemas.microsoft.com/office/drawing/2014/main" id="{32ECF236-28D7-4268-9177-B0A6E75E87E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2700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3. Generate + stress-test</a:t>
            </a:r>
            <a:endParaRPr/>
          </a:p>
        </p:txBody>
      </p:sp>
      <p:sp>
        <p:nvSpPr>
          <p:cNvPr id="625" name="Google Shape;625;p46">
            <a:extLst xmlns:a="http://schemas.openxmlformats.org/drawingml/2006/main">
              <a:ext uri="{FF2B5EF4-FFF2-40B4-BE49-F238E27FC236}">
                <a16:creationId xmlns:a16="http://schemas.microsoft.com/office/drawing/2014/main" id="{BD0E162A-04F2-41AB-916A-CA81DE09EB6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13656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4. Optimize + recommend</a:t>
            </a:r>
            <a:endParaRPr/>
          </a:p>
        </p:txBody>
      </p:sp>
      <p:sp>
        <p:nvSpPr>
          <p:cNvPr id="626" name="Google Shape;626;p46">
            <a:extLst xmlns:a="http://schemas.openxmlformats.org/drawingml/2006/main">
              <a:ext uri="{FF2B5EF4-FFF2-40B4-BE49-F238E27FC236}">
                <a16:creationId xmlns:a16="http://schemas.microsoft.com/office/drawing/2014/main" id="{578534BF-2E80-47DF-8C3D-BFAFED8BC5C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61325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hospital data → PII/PHI gate → syndromic AI. Identities stay local.</a:t>
            </a:r>
            <a:endParaRPr/>
          </a:p>
        </p:txBody>
      </p:sp>
      <p:sp>
        <p:nvSpPr>
          <p:cNvPr id="627" name="Google Shape;627;p46">
            <a:extLst xmlns:a="http://schemas.openxmlformats.org/drawingml/2006/main">
              <a:ext uri="{FF2B5EF4-FFF2-40B4-BE49-F238E27FC236}">
                <a16:creationId xmlns:a16="http://schemas.microsoft.com/office/drawing/2014/main" id="{7F1A3FD8-0F63-4CF4-90D7-49D0178226E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57388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 abnormal clusters → infer plausible spread and severity → model uncertainty.</a:t>
            </a:r>
            <a:endParaRPr/>
          </a:p>
        </p:txBody>
      </p:sp>
      <p:sp>
        <p:nvSpPr>
          <p:cNvPr id="628" name="Google Shape;628;p46">
            <a:extLst xmlns:a="http://schemas.openxmlformats.org/drawingml/2006/main">
              <a:ext uri="{FF2B5EF4-FFF2-40B4-BE49-F238E27FC236}">
                <a16:creationId xmlns:a16="http://schemas.microsoft.com/office/drawing/2014/main" id="{2A127681-76ED-4B00-BD2B-C4F33DF0EAF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95841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a synthetic city twin → generate many futures → test hospital capacity.</a:t>
            </a:r>
            <a:endParaRPr/>
          </a:p>
        </p:txBody>
      </p:sp>
      <p:sp>
        <p:nvSpPr>
          <p:cNvPr id="629" name="Google Shape;629;p46">
            <a:extLst xmlns:a="http://schemas.openxmlformats.org/drawingml/2006/main">
              <a:ext uri="{FF2B5EF4-FFF2-40B4-BE49-F238E27FC236}">
                <a16:creationId xmlns:a16="http://schemas.microsoft.com/office/drawing/2014/main" id="{1F4FF21A-1BFB-4DCA-8A83-26BB5B77E38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4686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Create response strategies → compare across futures → recommend a robust plan.</a:t>
            </a:r>
            <a:endParaRPr/>
          </a:p>
        </p:txBody>
      </p:sp>
      <p:sp>
        <p:nvSpPr>
          <p:cNvPr id="630" name="Google Shape;630;p46">
            <a:extLst xmlns:a="http://schemas.openxmlformats.org/drawingml/2006/main">
              <a:ext uri="{FF2B5EF4-FFF2-40B4-BE49-F238E27FC236}">
                <a16:creationId xmlns:a16="http://schemas.microsoft.com/office/drawing/2014/main" id="{A0DCC8B7-2ECC-4A73-AD8C-E3FA049CA859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System flow</a:t>
            </a:r>
            <a:endParaRPr/>
          </a:p>
        </p:txBody>
      </p:sp>
      <p:sp>
        <p:nvSpPr>
          <p:cNvPr id="631" name="Google Shape;631;p46">
            <a:extLst xmlns:a="http://schemas.openxmlformats.org/drawingml/2006/main">
              <a:ext uri="{FF2B5EF4-FFF2-40B4-BE49-F238E27FC236}">
                <a16:creationId xmlns:a16="http://schemas.microsoft.com/office/drawing/2014/main" id="{F5C1BF86-D52D-47E7-B6FB-5398EAA2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582258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4" name="Google Shape;574;p45">
            <a:extLst xmlns:a="http://schemas.openxmlformats.org/drawingml/2006/main">
              <a:ext uri="{FF2B5EF4-FFF2-40B4-BE49-F238E27FC236}">
                <a16:creationId xmlns:a16="http://schemas.microsoft.com/office/drawing/2014/main" id="{D6F935F3-66E8-4FE5-85F8-CEC5F34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5" name="Google Shape;575;p45">
            <a:extLst xmlns:a="http://schemas.openxmlformats.org/drawingml/2006/main">
              <a:ext uri="{FF2B5EF4-FFF2-40B4-BE49-F238E27FC236}">
                <a16:creationId xmlns:a16="http://schemas.microsoft.com/office/drawing/2014/main" id="{50CE71D3-031C-4CE8-8BB7-42AD3B2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6" name="Google Shape;576;p45">
            <a:extLst xmlns:a="http://schemas.openxmlformats.org/drawingml/2006/main">
              <a:ext uri="{FF2B5EF4-FFF2-40B4-BE49-F238E27FC236}">
                <a16:creationId xmlns:a16="http://schemas.microsoft.com/office/drawing/2014/main" id="{0FBE154D-6B93-45ED-855E-C65EF44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7" name="Google Shape;577;p45">
            <a:extLst xmlns:a="http://schemas.openxmlformats.org/drawingml/2006/main">
              <a:ext uri="{FF2B5EF4-FFF2-40B4-BE49-F238E27FC236}">
                <a16:creationId xmlns:a16="http://schemas.microsoft.com/office/drawing/2014/main" id="{E190B176-94AA-458B-8BE5-8C14259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8" name="Google Shape;578;p45">
            <a:extLst xmlns:a="http://schemas.openxmlformats.org/drawingml/2006/main">
              <a:ext uri="{FF2B5EF4-FFF2-40B4-BE49-F238E27FC236}">
                <a16:creationId xmlns:a16="http://schemas.microsoft.com/office/drawing/2014/main" id="{F6F6A1AB-D022-4601-971B-EAD64B4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9" name="Google Shape;579;p45">
            <a:extLst xmlns:a="http://schemas.openxmlformats.org/drawingml/2006/main">
              <a:ext uri="{FF2B5EF4-FFF2-40B4-BE49-F238E27FC236}">
                <a16:creationId xmlns:a16="http://schemas.microsoft.com/office/drawing/2014/main" id="{7B355FA3-0F19-46CA-8261-F2AC507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0" name="Google Shape;580;p45">
            <a:extLst xmlns:a="http://schemas.openxmlformats.org/drawingml/2006/main">
              <a:ext uri="{FF2B5EF4-FFF2-40B4-BE49-F238E27FC236}">
                <a16:creationId xmlns:a16="http://schemas.microsoft.com/office/drawing/2014/main" id="{48FA4F5F-92B4-4EEC-A69D-12DACE26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1" name="Google Shape;581;p45">
            <a:extLst xmlns:a="http://schemas.openxmlformats.org/drawingml/2006/main">
              <a:ext uri="{FF2B5EF4-FFF2-40B4-BE49-F238E27FC236}">
                <a16:creationId xmlns:a16="http://schemas.microsoft.com/office/drawing/2014/main" id="{1933A04D-C00B-4D50-B2F4-4E1CF97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2" name="Google Shape;582;p45">
            <a:extLst xmlns:a="http://schemas.openxmlformats.org/drawingml/2006/main">
              <a:ext uri="{FF2B5EF4-FFF2-40B4-BE49-F238E27FC236}">
                <a16:creationId xmlns:a16="http://schemas.microsoft.com/office/drawing/2014/main" id="{3EDB9B77-33A7-4AE9-9717-0C5516C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3" name="Google Shape;583;p45">
            <a:extLst xmlns:a="http://schemas.openxmlformats.org/drawingml/2006/main">
              <a:ext uri="{FF2B5EF4-FFF2-40B4-BE49-F238E27FC236}">
                <a16:creationId xmlns:a16="http://schemas.microsoft.com/office/drawing/2014/main" id="{DB1122A7-7A82-4B00-8D82-1E36E53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4" name="Google Shape;584;p45">
            <a:extLst xmlns:a="http://schemas.openxmlformats.org/drawingml/2006/main">
              <a:ext uri="{FF2B5EF4-FFF2-40B4-BE49-F238E27FC236}">
                <a16:creationId xmlns:a16="http://schemas.microsoft.com/office/drawing/2014/main" id="{60DCC2FC-5C4B-434A-9430-657D1DDED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5121000" cy="46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modular AI/ML pipeline</a:t>
            </a:r>
            <a:endParaRPr/>
          </a:p>
        </p:txBody>
      </p:sp>
      <p:sp>
        <p:nvSpPr>
          <p:cNvPr id="585" name="Google Shape;585;p45">
            <a:extLst xmlns:a="http://schemas.openxmlformats.org/drawingml/2006/main">
              <a:ext uri="{FF2B5EF4-FFF2-40B4-BE49-F238E27FC236}">
                <a16:creationId xmlns:a16="http://schemas.microsoft.com/office/drawing/2014/main" id="{361499F7-3802-4CC6-AC83-09F20CBE0D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architecture</a:t>
            </a:r>
            <a:endParaRPr/>
          </a:p>
        </p:txBody>
      </p:sp>
      <p:sp>
        <p:nvSpPr>
          <p:cNvPr id="586" name="Google Shape;586;p45">
            <a:extLst xmlns:a="http://schemas.openxmlformats.org/drawingml/2006/main">
              <a:ext uri="{FF2B5EF4-FFF2-40B4-BE49-F238E27FC236}">
                <a16:creationId xmlns:a16="http://schemas.microsoft.com/office/drawing/2014/main" id="{DC5044B8-888E-4C04-ADA3-D39A4313ED0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37000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/>
          </a:p>
        </p:txBody>
      </p:sp>
      <p:sp>
        <p:nvSpPr>
          <p:cNvPr id="587" name="Google Shape;587;p45">
            <a:extLst xmlns:a="http://schemas.openxmlformats.org/drawingml/2006/main">
              <a:ext uri="{FF2B5EF4-FFF2-40B4-BE49-F238E27FC236}">
                <a16:creationId xmlns:a16="http://schemas.microsoft.com/office/drawing/2014/main" id="{F7C1DE8D-4625-4D3E-9356-552D66FF2E5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7000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</a:t>
            </a:r>
            <a:endParaRPr/>
          </a:p>
        </p:txBody>
      </p:sp>
      <p:sp>
        <p:nvSpPr>
          <p:cNvPr id="588" name="Google Shape;588;p45">
            <a:extLst xmlns:a="http://schemas.openxmlformats.org/drawingml/2006/main">
              <a:ext uri="{FF2B5EF4-FFF2-40B4-BE49-F238E27FC236}">
                <a16:creationId xmlns:a16="http://schemas.microsoft.com/office/drawing/2014/main" id="{7782B297-AC6F-44FC-9263-655424411C1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28175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  <a:endParaRPr/>
          </a:p>
        </p:txBody>
      </p:sp>
      <p:sp>
        <p:nvSpPr>
          <p:cNvPr id="589" name="Google Shape;589;p45">
            <a:extLst xmlns:a="http://schemas.openxmlformats.org/drawingml/2006/main">
              <a:ext uri="{FF2B5EF4-FFF2-40B4-BE49-F238E27FC236}">
                <a16:creationId xmlns:a16="http://schemas.microsoft.com/office/drawing/2014/main" id="{655DF21F-EC1E-4E19-B328-F55D7EFCEA1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028175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</a:t>
            </a:r>
            <a:endParaRPr/>
          </a:p>
        </p:txBody>
      </p:sp>
      <p:sp>
        <p:nvSpPr>
          <p:cNvPr id="590" name="Google Shape;590;p45">
            <a:extLst xmlns:a="http://schemas.openxmlformats.org/drawingml/2006/main">
              <a:ext uri="{FF2B5EF4-FFF2-40B4-BE49-F238E27FC236}">
                <a16:creationId xmlns:a16="http://schemas.microsoft.com/office/drawing/2014/main" id="{5FFEAE6D-3C72-49FD-9C74-CBF33AD3E35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546000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Signal AI: clinical NLP / transformer; Isolation Forest or autoencoder.</a:t>
            </a:r>
            <a:endParaRPr sz="1300"/>
          </a:p>
        </p:txBody>
      </p:sp>
      <p:sp>
        <p:nvSpPr>
          <p:cNvPr id="591" name="Google Shape;591;p45">
            <a:extLst xmlns:a="http://schemas.openxmlformats.org/drawingml/2006/main">
              <a:ext uri="{FF2B5EF4-FFF2-40B4-BE49-F238E27FC236}">
                <a16:creationId xmlns:a16="http://schemas.microsoft.com/office/drawing/2014/main" id="{795CA48F-DFC5-468F-84BE-D401B0C51E0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546000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Inference + forecast: Bayesian / neural parameters; XGBoost, LSTM or temporal transformer.</a:t>
            </a:r>
            <a:endParaRPr sz="1300"/>
          </a:p>
        </p:txBody>
      </p:sp>
      <p:sp>
        <p:nvSpPr>
          <p:cNvPr id="592" name="Google Shape;592;p45">
            <a:extLst xmlns:a="http://schemas.openxmlformats.org/drawingml/2006/main">
              <a:ext uri="{FF2B5EF4-FFF2-40B4-BE49-F238E27FC236}">
                <a16:creationId xmlns:a16="http://schemas.microsoft.com/office/drawing/2014/main" id="{DD964965-643C-4B36-9821-64B03A60F82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937175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Synthetic twin: CTGAN / TVAE or census rules; SEIR or agent-based simulation.</a:t>
            </a:r>
            <a:endParaRPr sz="1300"/>
          </a:p>
        </p:txBody>
      </p:sp>
      <p:sp>
        <p:nvSpPr>
          <p:cNvPr id="593" name="Google Shape;593;p45">
            <a:extLst xmlns:a="http://schemas.openxmlformats.org/drawingml/2006/main">
              <a:ext uri="{FF2B5EF4-FFF2-40B4-BE49-F238E27FC236}">
                <a16:creationId xmlns:a16="http://schemas.microsoft.com/office/drawing/2014/main" id="{A2459A9C-A9D3-421E-8F64-9FBEA1342BAE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937175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Search: robust optimization, Bayesian optimization or genetic algorithm.</a:t>
            </a:r>
            <a:endParaRPr sz="1300"/>
          </a:p>
        </p:txBody>
      </p:sp>
      <p:sp>
        <p:nvSpPr>
          <p:cNvPr id="594" name="Google Shape;594;p45">
            <a:extLst xmlns:a="http://schemas.openxmlformats.org/drawingml/2006/main">
              <a:ext uri="{FF2B5EF4-FFF2-40B4-BE49-F238E27FC236}">
                <a16:creationId xmlns:a16="http://schemas.microsoft.com/office/drawing/2014/main" id="{3036DFCE-40E9-4EB0-8582-F033DA0B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95" name="Google Shape;595;p45">
            <a:extLst xmlns:a="http://schemas.openxmlformats.org/drawingml/2006/main">
              <a:ext uri="{FF2B5EF4-FFF2-40B4-BE49-F238E27FC236}">
                <a16:creationId xmlns:a16="http://schemas.microsoft.com/office/drawing/2014/main" id="{8ABADDA2-9A96-42C9-9EA8-67A64FD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74320"/>
            <a:ext cx="2788800" cy="548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Capacity, equity, cost and policy constraints guide plan ranking.</a:t>
            </a:r>
            <a:endParaRPr sz="11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96" name="Google Shape;596;p45">
            <a:extLst xmlns:a="http://schemas.openxmlformats.org/drawingml/2006/main">
              <a:ext uri="{FF2B5EF4-FFF2-40B4-BE49-F238E27FC236}">
                <a16:creationId xmlns:a16="http://schemas.microsoft.com/office/drawing/2014/main" id="{16E8C0A9-AF6F-4423-85F9-6104288B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407408"/>
            <a:ext cx="80466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Offline models • online inference • simulation and search at run time</a:t>
            </a:r>
            <a:endParaRPr sz="11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44503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6" name="Google Shape;656;p48">
            <a:extLst xmlns:a="http://schemas.openxmlformats.org/drawingml/2006/main">
              <a:ext uri="{FF2B5EF4-FFF2-40B4-BE49-F238E27FC236}">
                <a16:creationId xmlns:a16="http://schemas.microsoft.com/office/drawing/2014/main" id="{BAAB7FAD-710E-4DEF-8405-92A79BF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7" name="Google Shape;657;p48">
            <a:extLst xmlns:a="http://schemas.openxmlformats.org/drawingml/2006/main">
              <a:ext uri="{FF2B5EF4-FFF2-40B4-BE49-F238E27FC236}">
                <a16:creationId xmlns:a16="http://schemas.microsoft.com/office/drawing/2014/main" id="{FD6FCD7B-7312-4AEB-B03E-7595651B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8" name="Google Shape;658;p48">
            <a:extLst xmlns:a="http://schemas.openxmlformats.org/drawingml/2006/main">
              <a:ext uri="{FF2B5EF4-FFF2-40B4-BE49-F238E27FC236}">
                <a16:creationId xmlns:a16="http://schemas.microsoft.com/office/drawing/2014/main" id="{27B4583B-62A7-417C-8726-9D4A49E1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9" name="Google Shape;659;p48">
            <a:extLst xmlns:a="http://schemas.openxmlformats.org/drawingml/2006/main">
              <a:ext uri="{FF2B5EF4-FFF2-40B4-BE49-F238E27FC236}">
                <a16:creationId xmlns:a16="http://schemas.microsoft.com/office/drawing/2014/main" id="{DFB255EA-CF2A-4690-B37D-BB8EDDDE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0" name="Google Shape;660;p48">
            <a:extLst xmlns:a="http://schemas.openxmlformats.org/drawingml/2006/main">
              <a:ext uri="{FF2B5EF4-FFF2-40B4-BE49-F238E27FC236}">
                <a16:creationId xmlns:a16="http://schemas.microsoft.com/office/drawing/2014/main" id="{2AD80A04-DE3E-48CE-898C-92BF9517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1" name="Google Shape;661;p48">
            <a:extLst xmlns:a="http://schemas.openxmlformats.org/drawingml/2006/main">
              <a:ext uri="{FF2B5EF4-FFF2-40B4-BE49-F238E27FC236}">
                <a16:creationId xmlns:a16="http://schemas.microsoft.com/office/drawing/2014/main" id="{2359CF37-2525-44BA-9682-764BC62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2" name="Google Shape;662;p48">
            <a:extLst xmlns:a="http://schemas.openxmlformats.org/drawingml/2006/main">
              <a:ext uri="{FF2B5EF4-FFF2-40B4-BE49-F238E27FC236}">
                <a16:creationId xmlns:a16="http://schemas.microsoft.com/office/drawing/2014/main" id="{177F97CA-D0AE-40F3-A022-E0562B36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3" name="Google Shape;663;p48">
            <a:extLst xmlns:a="http://schemas.openxmlformats.org/drawingml/2006/main">
              <a:ext uri="{FF2B5EF4-FFF2-40B4-BE49-F238E27FC236}">
                <a16:creationId xmlns:a16="http://schemas.microsoft.com/office/drawing/2014/main" id="{5E06274B-5FB4-4502-8D4A-7BB1C46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4" name="Google Shape;664;p48">
            <a:extLst xmlns:a="http://schemas.openxmlformats.org/drawingml/2006/main">
              <a:ext uri="{FF2B5EF4-FFF2-40B4-BE49-F238E27FC236}">
                <a16:creationId xmlns:a16="http://schemas.microsoft.com/office/drawing/2014/main" id="{95F614F2-E8D4-42FD-A386-17AE79FF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5" name="Google Shape;665;p48">
            <a:extLst xmlns:a="http://schemas.openxmlformats.org/drawingml/2006/main">
              <a:ext uri="{FF2B5EF4-FFF2-40B4-BE49-F238E27FC236}">
                <a16:creationId xmlns:a16="http://schemas.microsoft.com/office/drawing/2014/main" id="{6DF85087-F2FE-4DFA-B1BE-3958006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6" name="Google Shape;666;p48">
            <a:extLst xmlns:a="http://schemas.openxmlformats.org/drawingml/2006/main">
              <a:ext uri="{FF2B5EF4-FFF2-40B4-BE49-F238E27FC236}">
                <a16:creationId xmlns:a16="http://schemas.microsoft.com/office/drawing/2014/main" id="{7A0FE1B3-DFA6-41BF-B64D-48D69F5CB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5121000" cy="46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Train offline; validate before deployment</a:t>
            </a:r>
            <a:endParaRPr sz="1800"/>
          </a:p>
        </p:txBody>
      </p:sp>
      <p:sp>
        <p:nvSpPr>
          <p:cNvPr id="667" name="Google Shape;667;p48">
            <a:extLst xmlns:a="http://schemas.openxmlformats.org/drawingml/2006/main">
              <a:ext uri="{FF2B5EF4-FFF2-40B4-BE49-F238E27FC236}">
                <a16:creationId xmlns:a16="http://schemas.microsoft.com/office/drawing/2014/main" id="{55612469-8D53-47EB-91F4-09EEC745F3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 training</a:t>
            </a:r>
            <a:endParaRPr/>
          </a:p>
        </p:txBody>
      </p:sp>
      <p:sp>
        <p:nvSpPr>
          <p:cNvPr id="668" name="Google Shape;668;p48">
            <a:extLst xmlns:a="http://schemas.openxmlformats.org/drawingml/2006/main">
              <a:ext uri="{FF2B5EF4-FFF2-40B4-BE49-F238E27FC236}">
                <a16:creationId xmlns:a16="http://schemas.microsoft.com/office/drawing/2014/main" id="{27924969-2C77-4F48-AB99-5545C32AF72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37000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/>
          </a:p>
        </p:txBody>
      </p:sp>
      <p:sp>
        <p:nvSpPr>
          <p:cNvPr id="669" name="Google Shape;669;p48">
            <a:extLst xmlns:a="http://schemas.openxmlformats.org/drawingml/2006/main">
              <a:ext uri="{FF2B5EF4-FFF2-40B4-BE49-F238E27FC236}">
                <a16:creationId xmlns:a16="http://schemas.microsoft.com/office/drawing/2014/main" id="{0A8E5571-1033-4166-AA27-C905B5AAFF5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7000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</a:t>
            </a:r>
            <a:endParaRPr/>
          </a:p>
        </p:txBody>
      </p:sp>
      <p:sp>
        <p:nvSpPr>
          <p:cNvPr id="670" name="Google Shape;670;p48">
            <a:extLst xmlns:a="http://schemas.openxmlformats.org/drawingml/2006/main">
              <a:ext uri="{FF2B5EF4-FFF2-40B4-BE49-F238E27FC236}">
                <a16:creationId xmlns:a16="http://schemas.microsoft.com/office/drawing/2014/main" id="{F0A61981-8497-4716-8A43-1A72066B528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28175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  <a:endParaRPr/>
          </a:p>
        </p:txBody>
      </p:sp>
      <p:sp>
        <p:nvSpPr>
          <p:cNvPr id="671" name="Google Shape;671;p48">
            <a:extLst xmlns:a="http://schemas.openxmlformats.org/drawingml/2006/main">
              <a:ext uri="{FF2B5EF4-FFF2-40B4-BE49-F238E27FC236}">
                <a16:creationId xmlns:a16="http://schemas.microsoft.com/office/drawing/2014/main" id="{5998A3F8-037C-4712-9F42-F58048A17D1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028175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</a:t>
            </a:r>
            <a:endParaRPr/>
          </a:p>
        </p:txBody>
      </p:sp>
      <p:sp>
        <p:nvSpPr>
          <p:cNvPr id="672" name="Google Shape;672;p48">
            <a:extLst xmlns:a="http://schemas.openxmlformats.org/drawingml/2006/main">
              <a:ext uri="{FF2B5EF4-FFF2-40B4-BE49-F238E27FC236}">
                <a16:creationId xmlns:a16="http://schemas.microsoft.com/office/drawing/2014/main" id="{592FB063-594C-4285-9E35-34A8E1D2CA8B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546000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Sources: public syndromic / claims data, hospital aggregates, census and simulated outbreaks.</a:t>
            </a:r>
            <a:endParaRPr sz="1200"/>
          </a:p>
        </p:txBody>
      </p:sp>
      <p:sp>
        <p:nvSpPr>
          <p:cNvPr id="673" name="Google Shape;673;p48">
            <a:extLst xmlns:a="http://schemas.openxmlformats.org/drawingml/2006/main">
              <a:ext uri="{FF2B5EF4-FFF2-40B4-BE49-F238E27FC236}">
                <a16:creationId xmlns:a16="http://schemas.microsoft.com/office/drawing/2014/main" id="{39CF3A14-A4AE-439C-BC69-E12F1F8F4CF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546000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Preprocess codes and time windows; label syndrome clusters, anomalies, demand and severity.</a:t>
            </a:r>
            <a:endParaRPr sz="1100"/>
          </a:p>
        </p:txBody>
      </p:sp>
      <p:sp>
        <p:nvSpPr>
          <p:cNvPr id="674" name="Google Shape;674;p48">
            <a:extLst xmlns:a="http://schemas.openxmlformats.org/drawingml/2006/main">
              <a:ext uri="{FF2B5EF4-FFF2-40B4-BE49-F238E27FC236}">
                <a16:creationId xmlns:a16="http://schemas.microsoft.com/office/drawing/2014/main" id="{F405383C-5976-4290-B496-06F6ADD00F5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937175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Candidate models: clinical NLP, anomaly detection, parameter inference and time series.</a:t>
            </a:r>
            <a:endParaRPr sz="1200"/>
          </a:p>
        </p:txBody>
      </p:sp>
      <p:sp>
        <p:nvSpPr>
          <p:cNvPr id="675" name="Google Shape;675;p48">
            <a:extLst xmlns:a="http://schemas.openxmlformats.org/drawingml/2006/main">
              <a:ext uri="{FF2B5EF4-FFF2-40B4-BE49-F238E27FC236}">
                <a16:creationId xmlns:a16="http://schemas.microsoft.com/office/drawing/2014/main" id="{B5405C16-EC7C-417D-98F8-D21C98CC7744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937175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Validate by hospital / time holdouts; calibration, shift tests and simple baselines.</a:t>
            </a:r>
            <a:endParaRPr sz="1200"/>
          </a:p>
        </p:txBody>
      </p:sp>
      <p:sp>
        <p:nvSpPr>
          <p:cNvPr id="676" name="Google Shape;676;p48">
            <a:extLst xmlns:a="http://schemas.openxmlformats.org/drawingml/2006/main">
              <a:ext uri="{FF2B5EF4-FFF2-40B4-BE49-F238E27FC236}">
                <a16:creationId xmlns:a16="http://schemas.microsoft.com/office/drawing/2014/main" id="{FF0F9864-3FE5-404A-91A1-9B67286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77" name="Google Shape;677;p48">
            <a:extLst xmlns:a="http://schemas.openxmlformats.org/drawingml/2006/main">
              <a:ext uri="{FF2B5EF4-FFF2-40B4-BE49-F238E27FC236}">
                <a16:creationId xmlns:a16="http://schemas.microsoft.com/office/drawing/2014/main" id="{D1E84701-8EE7-48FA-A1F9-9298F4C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"/>
            <a:ext cx="278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Offline training; online inference and scenario simulation.</a:t>
            </a:r>
            <a:endParaRPr sz="900" i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78" name="Google Shape;678;p48">
            <a:extLst xmlns:a="http://schemas.openxmlformats.org/drawingml/2006/main">
              <a:ext uri="{FF2B5EF4-FFF2-40B4-BE49-F238E27FC236}">
                <a16:creationId xmlns:a16="http://schemas.microsoft.com/office/drawing/2014/main" id="{510A529F-20C8-48A0-A99D-F88A404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407408"/>
            <a:ext cx="80466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Use public or synthetic research data for prototypes; avoid patient PII.</a:t>
            </a:r>
            <a:endParaRPr sz="12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479629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2" name="Google Shape;601;p46"/>
          <p:cNvCxnSpPr/>
          <p:nvPr/>
        </p:nvCxnSpPr>
        <p:spPr>
          <a:xfrm xmlns:a="http://schemas.openxmlformats.org/drawingml/2006/main" flipH="1">
            <a:off x="45275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3" name="Google Shape;602;p46"/>
          <p:cNvCxnSpPr/>
          <p:nvPr/>
        </p:nvCxnSpPr>
        <p:spPr>
          <a:xfrm xmlns:a="http://schemas.openxmlformats.org/drawingml/2006/main" flipH="1">
            <a:off x="45300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4" name="Google Shape;603;p46"/>
          <p:cNvCxnSpPr/>
          <p:nvPr/>
        </p:nvCxnSpPr>
        <p:spPr>
          <a:xfrm xmlns:a="http://schemas.openxmlformats.org/drawingml/2006/main" flipH="1">
            <a:off x="67292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" name="Google Shape;604;p46"/>
          <p:cNvCxnSpPr/>
          <p:nvPr/>
        </p:nvCxnSpPr>
        <p:spPr>
          <a:xfrm xmlns:a="http://schemas.openxmlformats.org/drawingml/2006/main" flipH="1">
            <a:off x="67317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05;p46"/>
          <p:cNvCxnSpPr/>
          <p:nvPr/>
        </p:nvCxnSpPr>
        <p:spPr>
          <a:xfrm xmlns:a="http://schemas.openxmlformats.org/drawingml/2006/main" flipH="1">
            <a:off x="2329675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06;p46"/>
          <p:cNvCxnSpPr/>
          <p:nvPr/>
        </p:nvCxnSpPr>
        <p:spPr>
          <a:xfrm xmlns:a="http://schemas.openxmlformats.org/drawingml/2006/main" flipH="1">
            <a:off x="2332150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7" name="Google Shape;607;p46">
            <a:extLst xmlns:a="http://schemas.openxmlformats.org/drawingml/2006/main">
              <a:ext uri="{FF2B5EF4-FFF2-40B4-BE49-F238E27FC236}">
                <a16:creationId xmlns:a16="http://schemas.microsoft.com/office/drawing/2014/main" id="{2F154130-B0FE-4B8D-AD13-689B2F8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08" name="Google Shape;608;p46">
            <a:extLst xmlns:a="http://schemas.openxmlformats.org/drawingml/2006/main">
              <a:ext uri="{FF2B5EF4-FFF2-40B4-BE49-F238E27FC236}">
                <a16:creationId xmlns:a16="http://schemas.microsoft.com/office/drawing/2014/main" id="{9876ADDD-8B95-4C10-A4B7-24FC68C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2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09" name="Google Shape;609;p46">
            <a:extLst xmlns:a="http://schemas.openxmlformats.org/drawingml/2006/main">
              <a:ext uri="{FF2B5EF4-FFF2-40B4-BE49-F238E27FC236}">
                <a16:creationId xmlns:a16="http://schemas.microsoft.com/office/drawing/2014/main" id="{07B7EC2D-9D78-4683-BD2E-DE977EF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25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0" name="Google Shape;610;p46">
            <a:extLst xmlns:a="http://schemas.openxmlformats.org/drawingml/2006/main">
              <a:ext uri="{FF2B5EF4-FFF2-40B4-BE49-F238E27FC236}">
                <a16:creationId xmlns:a16="http://schemas.microsoft.com/office/drawing/2014/main" id="{95146DA2-0B32-47FC-B130-3709FB4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99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1" name="Google Shape;611;p46">
            <a:extLst xmlns:a="http://schemas.openxmlformats.org/drawingml/2006/main">
              <a:ext uri="{FF2B5EF4-FFF2-40B4-BE49-F238E27FC236}">
                <a16:creationId xmlns:a16="http://schemas.microsoft.com/office/drawing/2014/main" id="{B2B176CD-479C-4E65-8720-7A7A858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86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2" name="Google Shape;612;p46">
            <a:extLst xmlns:a="http://schemas.openxmlformats.org/drawingml/2006/main">
              <a:ext uri="{FF2B5EF4-FFF2-40B4-BE49-F238E27FC236}">
                <a16:creationId xmlns:a16="http://schemas.microsoft.com/office/drawing/2014/main" id="{F5D03540-B95D-42C5-8ADD-3AAF06C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3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3" name="Google Shape;613;p46">
            <a:extLst xmlns:a="http://schemas.openxmlformats.org/drawingml/2006/main">
              <a:ext uri="{FF2B5EF4-FFF2-40B4-BE49-F238E27FC236}">
                <a16:creationId xmlns:a16="http://schemas.microsoft.com/office/drawing/2014/main" id="{0650312C-1E73-4F5A-964B-8AE05BF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54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4" name="Google Shape;614;p46">
            <a:extLst xmlns:a="http://schemas.openxmlformats.org/drawingml/2006/main">
              <a:ext uri="{FF2B5EF4-FFF2-40B4-BE49-F238E27FC236}">
                <a16:creationId xmlns:a16="http://schemas.microsoft.com/office/drawing/2014/main" id="{8589FBD9-7A3D-42B1-9CB0-A3BE5B4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28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cxnSp>
        <p:nvCxnSpPr>
          <p:cNvPr id="646" name="Google Shape;615;p46"/>
          <p:cNvCxnSpPr/>
          <p:nvPr/>
        </p:nvCxnSpPr>
        <p:spPr>
          <a:xfrm xmlns:a="http://schemas.openxmlformats.org/drawingml/2006/main" flipH="1">
            <a:off x="67" y="4174625"/>
            <a:ext cx="3579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16;p46"/>
          <p:cNvCxnSpPr/>
          <p:nvPr/>
        </p:nvCxnSpPr>
        <p:spPr>
          <a:xfrm xmlns:a="http://schemas.openxmlformats.org/drawingml/2006/main" flipH="1">
            <a:off x="4050" y="2092075"/>
            <a:ext cx="3564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17;p46"/>
          <p:cNvCxnSpPr/>
          <p:nvPr/>
        </p:nvCxnSpPr>
        <p:spPr>
          <a:xfrm xmlns:a="http://schemas.openxmlformats.org/drawingml/2006/main" flipH="1">
            <a:off x="8933383" y="4174625"/>
            <a:ext cx="2256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18;p46"/>
          <p:cNvCxnSpPr/>
          <p:nvPr/>
        </p:nvCxnSpPr>
        <p:spPr>
          <a:xfrm xmlns:a="http://schemas.openxmlformats.org/drawingml/2006/main" flipH="1">
            <a:off x="8935847" y="2092075"/>
            <a:ext cx="2247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46">
            <a:extLst xmlns:a="http://schemas.openxmlformats.org/drawingml/2006/main">
              <a:ext uri="{FF2B5EF4-FFF2-40B4-BE49-F238E27FC236}">
                <a16:creationId xmlns:a16="http://schemas.microsoft.com/office/drawing/2014/main" id="{CF18C409-2CA4-4AD8-9D9D-0200B57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0" name="Google Shape;620;p46">
            <a:extLst xmlns:a="http://schemas.openxmlformats.org/drawingml/2006/main">
              <a:ext uri="{FF2B5EF4-FFF2-40B4-BE49-F238E27FC236}">
                <a16:creationId xmlns:a16="http://schemas.microsoft.com/office/drawing/2014/main" id="{5B909BD2-C4D7-411E-90B7-2617810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1" name="Google Shape;621;p46">
            <a:extLst xmlns:a="http://schemas.openxmlformats.org/drawingml/2006/main">
              <a:ext uri="{FF2B5EF4-FFF2-40B4-BE49-F238E27FC236}">
                <a16:creationId xmlns:a16="http://schemas.microsoft.com/office/drawing/2014/main" id="{822CA5C8-6768-402A-8E95-6B4CFCB1F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path to a safe pilot</a:t>
            </a:r>
            <a:endParaRPr/>
          </a:p>
        </p:txBody>
      </p:sp>
      <p:sp>
        <p:nvSpPr>
          <p:cNvPr id="622" name="Google Shape;622;p46">
            <a:extLst xmlns:a="http://schemas.openxmlformats.org/drawingml/2006/main">
              <a:ext uri="{FF2B5EF4-FFF2-40B4-BE49-F238E27FC236}">
                <a16:creationId xmlns:a16="http://schemas.microsoft.com/office/drawing/2014/main" id="{EB16989D-A4B3-4951-BEC4-B2E68BE7C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952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1. Connect</a:t>
            </a:r>
            <a:endParaRPr/>
          </a:p>
        </p:txBody>
      </p:sp>
      <p:sp>
        <p:nvSpPr>
          <p:cNvPr id="623" name="Google Shape;623;p46">
            <a:extLst xmlns:a="http://schemas.openxmlformats.org/drawingml/2006/main">
              <a:ext uri="{FF2B5EF4-FFF2-40B4-BE49-F238E27FC236}">
                <a16:creationId xmlns:a16="http://schemas.microsoft.com/office/drawing/2014/main" id="{8771BEF8-87A8-4BE6-9803-E4664CD36F7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42747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2. Protect</a:t>
            </a:r>
            <a:endParaRPr/>
          </a:p>
        </p:txBody>
      </p:sp>
      <p:sp>
        <p:nvSpPr>
          <p:cNvPr id="624" name="Google Shape;624;p46">
            <a:extLst xmlns:a="http://schemas.openxmlformats.org/drawingml/2006/main">
              <a:ext uri="{FF2B5EF4-FFF2-40B4-BE49-F238E27FC236}">
                <a16:creationId xmlns:a16="http://schemas.microsoft.com/office/drawing/2014/main" id="{32ECF236-28D7-4268-9177-B0A6E75E87E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2700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3. Model + simulate</a:t>
            </a:r>
            <a:endParaRPr/>
          </a:p>
        </p:txBody>
      </p:sp>
      <p:sp>
        <p:nvSpPr>
          <p:cNvPr id="625" name="Google Shape;625;p46">
            <a:extLst xmlns:a="http://schemas.openxmlformats.org/drawingml/2006/main">
              <a:ext uri="{FF2B5EF4-FFF2-40B4-BE49-F238E27FC236}">
                <a16:creationId xmlns:a16="http://schemas.microsoft.com/office/drawing/2014/main" id="{BD0E162A-04F2-41AB-916A-CA81DE09EB6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13656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4. Review</a:t>
            </a:r>
            <a:endParaRPr/>
          </a:p>
        </p:txBody>
      </p:sp>
      <p:sp>
        <p:nvSpPr>
          <p:cNvPr id="626" name="Google Shape;626;p46">
            <a:extLst xmlns:a="http://schemas.openxmlformats.org/drawingml/2006/main">
              <a:ext uri="{FF2B5EF4-FFF2-40B4-BE49-F238E27FC236}">
                <a16:creationId xmlns:a16="http://schemas.microsoft.com/office/drawing/2014/main" id="{578534BF-2E80-47DF-8C3D-BFAFED8BC5C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61325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Connect four hospitals with approved FHIR / HL7 feeds or secure aggregate exports.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 a minimum data contract and capacity snapshot.</a:t>
            </a:r>
          </a:p>
        </p:txBody>
      </p:sp>
      <p:sp>
        <p:nvSpPr>
          <p:cNvPr id="627" name="Google Shape;627;p46">
            <a:extLst xmlns:a="http://schemas.openxmlformats.org/drawingml/2006/main">
              <a:ext uri="{FF2B5EF4-FFF2-40B4-BE49-F238E27FC236}">
                <a16:creationId xmlns:a16="http://schemas.microsoft.com/office/drawing/2014/main" id="{7F1A3FD8-0F63-4CF4-90D7-49D0178226E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57388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Detect and remove, tokenize or generalize accidental identifiers before transfer.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identity inside the hospital.</a:t>
            </a:r>
          </a:p>
        </p:txBody>
      </p:sp>
      <p:sp>
        <p:nvSpPr>
          <p:cNvPr id="628" name="Google Shape;628;p46">
            <a:extLst xmlns:a="http://schemas.openxmlformats.org/drawingml/2006/main">
              <a:ext uri="{FF2B5EF4-FFF2-40B4-BE49-F238E27FC236}">
                <a16:creationId xmlns:a16="http://schemas.microsoft.com/office/drawing/2014/main" id="{2A127681-76ED-4B00-BD2B-C4F33DF0EAF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95841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Run syndrome detection and parameter inference; simulate futures on the city twin.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Search under operational constraints.</a:t>
            </a:r>
          </a:p>
        </p:txBody>
      </p:sp>
      <p:sp>
        <p:nvSpPr>
          <p:cNvPr id="629" name="Google Shape;629;p46">
            <a:extLst xmlns:a="http://schemas.openxmlformats.org/drawingml/2006/main">
              <a:ext uri="{FF2B5EF4-FFF2-40B4-BE49-F238E27FC236}">
                <a16:creationId xmlns:a16="http://schemas.microsoft.com/office/drawing/2014/main" id="{1F4FF21A-1BFB-4DCA-8A83-26BB5B77E38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4686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scenario evidence, trade-offs and assumptions to authorized teams.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Human approval stays in the loop.</a:t>
            </a:r>
          </a:p>
        </p:txBody>
      </p:sp>
      <p:sp>
        <p:nvSpPr>
          <p:cNvPr id="630" name="Google Shape;630;p46">
            <a:extLst xmlns:a="http://schemas.openxmlformats.org/drawingml/2006/main">
              <a:ext uri="{FF2B5EF4-FFF2-40B4-BE49-F238E27FC236}">
                <a16:creationId xmlns:a16="http://schemas.microsoft.com/office/drawing/2014/main" id="{A0DCC8B7-2ECC-4A73-AD8C-E3FA049CA859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</a:t>
            </a:r>
            <a:endParaRPr/>
          </a:p>
        </p:txBody>
      </p:sp>
      <p:sp>
        <p:nvSpPr>
          <p:cNvPr id="631" name="Google Shape;631;p46">
            <a:extLst xmlns:a="http://schemas.openxmlformats.org/drawingml/2006/main">
              <a:ext uri="{FF2B5EF4-FFF2-40B4-BE49-F238E27FC236}">
                <a16:creationId xmlns:a16="http://schemas.microsoft.com/office/drawing/2014/main" id="{F5C1BF86-D52D-47E7-B6FB-5398EAA2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582258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5" name="Google Shape;555;p44">
            <a:extLst xmlns:a="http://schemas.openxmlformats.org/drawingml/2006/main">
              <a:ext uri="{FF2B5EF4-FFF2-40B4-BE49-F238E27FC236}">
                <a16:creationId xmlns:a16="http://schemas.microsoft.com/office/drawing/2014/main" id="{B5ABFD32-B6EC-4D7C-82F7-D60C56B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00" y="2429588"/>
            <a:ext cx="15009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556" name="Google Shape;556;p44">
            <a:extLst xmlns:a="http://schemas.openxmlformats.org/drawingml/2006/main">
              <a:ext uri="{FF2B5EF4-FFF2-40B4-BE49-F238E27FC236}">
                <a16:creationId xmlns:a16="http://schemas.microsoft.com/office/drawing/2014/main" id="{A3CD0CE5-17C3-43AA-8915-7766AC1E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050" y="2429588"/>
            <a:ext cx="15009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557" name="Google Shape;557;p44">
            <a:extLst xmlns:a="http://schemas.openxmlformats.org/drawingml/2006/main">
              <a:ext uri="{FF2B5EF4-FFF2-40B4-BE49-F238E27FC236}">
                <a16:creationId xmlns:a16="http://schemas.microsoft.com/office/drawing/2014/main" id="{4E0D15C8-DB8E-4FD9-A9B6-66B9549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400" y="2429588"/>
            <a:ext cx="15009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558" name="Google Shape;558;p44">
            <a:extLst xmlns:a="http://schemas.openxmlformats.org/drawingml/2006/main">
              <a:ext uri="{FF2B5EF4-FFF2-40B4-BE49-F238E27FC236}">
                <a16:creationId xmlns:a16="http://schemas.microsoft.com/office/drawing/2014/main" id="{910AD317-EAE9-45DC-BB3B-58589F89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59" name="Google Shape;559;p44">
            <a:extLst xmlns:a="http://schemas.openxmlformats.org/drawingml/2006/main">
              <a:ext uri="{FF2B5EF4-FFF2-40B4-BE49-F238E27FC236}">
                <a16:creationId xmlns:a16="http://schemas.microsoft.com/office/drawing/2014/main" id="{E49A8421-AAAB-4C2E-94F5-B18FA492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60" name="Google Shape;560;p44">
            <a:extLst xmlns:a="http://schemas.openxmlformats.org/drawingml/2006/main">
              <a:ext uri="{FF2B5EF4-FFF2-40B4-BE49-F238E27FC236}">
                <a16:creationId xmlns:a16="http://schemas.microsoft.com/office/drawing/2014/main" id="{DDE4B00C-6A7E-4B05-B4C3-312C52F1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61" name="Google Shape;561;p44">
            <a:extLst xmlns:a="http://schemas.openxmlformats.org/drawingml/2006/main">
              <a:ext uri="{FF2B5EF4-FFF2-40B4-BE49-F238E27FC236}">
                <a16:creationId xmlns:a16="http://schemas.microsoft.com/office/drawing/2014/main" id="{408D5240-5516-46A3-8FCA-E72907D86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Privacy stays at the hospital boundary</a:t>
            </a:r>
            <a:endParaRPr/>
          </a:p>
        </p:txBody>
      </p:sp>
      <p:sp>
        <p:nvSpPr>
          <p:cNvPr id="562" name="Google Shape;562;p44">
            <a:extLst xmlns:a="http://schemas.openxmlformats.org/drawingml/2006/main">
              <a:ext uri="{FF2B5EF4-FFF2-40B4-BE49-F238E27FC236}">
                <a16:creationId xmlns:a16="http://schemas.microsoft.com/office/drawing/2014/main" id="{B6220256-5D3A-43B2-9ECB-868CED1B58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Privacy + cybersecurity</a:t>
            </a:r>
            <a:endParaRPr/>
          </a:p>
        </p:txBody>
      </p:sp>
      <p:sp>
        <p:nvSpPr>
          <p:cNvPr id="563" name="Google Shape;563;p44">
            <a:extLst xmlns:a="http://schemas.openxmlformats.org/drawingml/2006/main">
              <a:ext uri="{FF2B5EF4-FFF2-40B4-BE49-F238E27FC236}">
                <a16:creationId xmlns:a16="http://schemas.microsoft.com/office/drawing/2014/main" id="{15FA3C2F-26A1-410E-AFAF-88A796150A4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5170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Keep local</a:t>
            </a:r>
            <a:endParaRPr/>
          </a:p>
        </p:txBody>
      </p:sp>
      <p:sp>
        <p:nvSpPr>
          <p:cNvPr id="564" name="Google Shape;564;p44">
            <a:extLst xmlns:a="http://schemas.openxmlformats.org/drawingml/2006/main">
              <a:ext uri="{FF2B5EF4-FFF2-40B4-BE49-F238E27FC236}">
                <a16:creationId xmlns:a16="http://schemas.microsoft.com/office/drawing/2014/main" id="{1E317B41-BEA1-46B0-AD31-1ECFE2724A2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1505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Filter first</a:t>
            </a:r>
            <a:endParaRPr/>
          </a:p>
        </p:txBody>
      </p:sp>
      <p:sp>
        <p:nvSpPr>
          <p:cNvPr id="565" name="Google Shape;565;p44">
            <a:extLst xmlns:a="http://schemas.openxmlformats.org/drawingml/2006/main">
              <a:ext uri="{FF2B5EF4-FFF2-40B4-BE49-F238E27FC236}">
                <a16:creationId xmlns:a16="http://schemas.microsoft.com/office/drawing/2014/main" id="{CCCC3B8F-889A-43DD-B384-7CF00C6951A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278400" y="2435600"/>
            <a:ext cx="1500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Red-team</a:t>
            </a:r>
            <a:endParaRPr/>
          </a:p>
        </p:txBody>
      </p:sp>
      <p:sp>
        <p:nvSpPr>
          <p:cNvPr id="566" name="Google Shape;566;p44">
            <a:extLst xmlns:a="http://schemas.openxmlformats.org/drawingml/2006/main">
              <a:ext uri="{FF2B5EF4-FFF2-40B4-BE49-F238E27FC236}">
                <a16:creationId xmlns:a16="http://schemas.microsoft.com/office/drawing/2014/main" id="{122F7F54-B60D-4161-BB68-6E0D78122AD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1700" y="2882813"/>
            <a:ext cx="2439900" cy="90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Full patient identities and records stay in hospital systems.</a:t>
            </a:r>
            <a:endParaRPr/>
          </a:p>
        </p:txBody>
      </p:sp>
      <p:sp>
        <p:nvSpPr>
          <p:cNvPr id="567" name="Google Shape;567;p44">
            <a:extLst xmlns:a="http://schemas.openxmlformats.org/drawingml/2006/main">
              <a:ext uri="{FF2B5EF4-FFF2-40B4-BE49-F238E27FC236}">
                <a16:creationId xmlns:a16="http://schemas.microsoft.com/office/drawing/2014/main" id="{A3EDBAAF-06DA-498B-B299-BD334BB07F8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15050" y="2882813"/>
            <a:ext cx="2439900" cy="87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Before transfer, remove, tokenize or generalize direct identifiers.</a:t>
            </a:r>
            <a:endParaRPr/>
          </a:p>
        </p:txBody>
      </p:sp>
      <p:sp>
        <p:nvSpPr>
          <p:cNvPr id="568" name="Google Shape;568;p44">
            <a:extLst xmlns:a="http://schemas.openxmlformats.org/drawingml/2006/main">
              <a:ext uri="{FF2B5EF4-FFF2-40B4-BE49-F238E27FC236}">
                <a16:creationId xmlns:a16="http://schemas.microsoft.com/office/drawing/2014/main" id="{033AD7C3-5F30-4AF7-BA7D-A1BACC901F7E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78400" y="2882813"/>
            <a:ext cx="2439900" cy="90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Test PII precision / recall, linkage, re-identification and membership inference risk.</a:t>
            </a:r>
            <a:endParaRPr/>
          </a:p>
        </p:txBody>
      </p:sp>
      <p:sp>
        <p:nvSpPr>
          <p:cNvPr id="569" name="Google Shape;569;p44">
            <a:extLst xmlns:a="http://schemas.openxmlformats.org/drawingml/2006/main">
              <a:ext uri="{FF2B5EF4-FFF2-40B4-BE49-F238E27FC236}">
                <a16:creationId xmlns:a16="http://schemas.microsoft.com/office/drawing/2014/main" id="{1DE5B6C7-1AC5-4236-B29C-02A9C7B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931920"/>
            <a:ext cx="83211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i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PII detection is a trust layer, not the product. De-identification reduces risk; it does not guarantee anonymity.</a:t>
            </a:r>
            <a:endParaRPr sz="1200" i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064502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2" name="Google Shape;601;p46"/>
          <p:cNvCxnSpPr/>
          <p:nvPr/>
        </p:nvCxnSpPr>
        <p:spPr>
          <a:xfrm xmlns:a="http://schemas.openxmlformats.org/drawingml/2006/main" flipH="1">
            <a:off x="45275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3" name="Google Shape;602;p46"/>
          <p:cNvCxnSpPr/>
          <p:nvPr/>
        </p:nvCxnSpPr>
        <p:spPr>
          <a:xfrm xmlns:a="http://schemas.openxmlformats.org/drawingml/2006/main" flipH="1">
            <a:off x="45300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4" name="Google Shape;603;p46"/>
          <p:cNvCxnSpPr/>
          <p:nvPr/>
        </p:nvCxnSpPr>
        <p:spPr>
          <a:xfrm xmlns:a="http://schemas.openxmlformats.org/drawingml/2006/main" flipH="1">
            <a:off x="67292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" name="Google Shape;604;p46"/>
          <p:cNvCxnSpPr/>
          <p:nvPr/>
        </p:nvCxnSpPr>
        <p:spPr>
          <a:xfrm xmlns:a="http://schemas.openxmlformats.org/drawingml/2006/main" flipH="1">
            <a:off x="67317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05;p46"/>
          <p:cNvCxnSpPr/>
          <p:nvPr/>
        </p:nvCxnSpPr>
        <p:spPr>
          <a:xfrm xmlns:a="http://schemas.openxmlformats.org/drawingml/2006/main" flipH="1">
            <a:off x="2329675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06;p46"/>
          <p:cNvCxnSpPr/>
          <p:nvPr/>
        </p:nvCxnSpPr>
        <p:spPr>
          <a:xfrm xmlns:a="http://schemas.openxmlformats.org/drawingml/2006/main" flipH="1">
            <a:off x="2332150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7" name="Google Shape;607;p46">
            <a:extLst xmlns:a="http://schemas.openxmlformats.org/drawingml/2006/main">
              <a:ext uri="{FF2B5EF4-FFF2-40B4-BE49-F238E27FC236}">
                <a16:creationId xmlns:a16="http://schemas.microsoft.com/office/drawing/2014/main" id="{2F154130-B0FE-4B8D-AD13-689B2F8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08" name="Google Shape;608;p46">
            <a:extLst xmlns:a="http://schemas.openxmlformats.org/drawingml/2006/main">
              <a:ext uri="{FF2B5EF4-FFF2-40B4-BE49-F238E27FC236}">
                <a16:creationId xmlns:a16="http://schemas.microsoft.com/office/drawing/2014/main" id="{9876ADDD-8B95-4C10-A4B7-24FC68C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2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09" name="Google Shape;609;p46">
            <a:extLst xmlns:a="http://schemas.openxmlformats.org/drawingml/2006/main">
              <a:ext uri="{FF2B5EF4-FFF2-40B4-BE49-F238E27FC236}">
                <a16:creationId xmlns:a16="http://schemas.microsoft.com/office/drawing/2014/main" id="{07B7EC2D-9D78-4683-BD2E-DE977EF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25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0" name="Google Shape;610;p46">
            <a:extLst xmlns:a="http://schemas.openxmlformats.org/drawingml/2006/main">
              <a:ext uri="{FF2B5EF4-FFF2-40B4-BE49-F238E27FC236}">
                <a16:creationId xmlns:a16="http://schemas.microsoft.com/office/drawing/2014/main" id="{95146DA2-0B32-47FC-B130-3709FB4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99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1" name="Google Shape;611;p46">
            <a:extLst xmlns:a="http://schemas.openxmlformats.org/drawingml/2006/main">
              <a:ext uri="{FF2B5EF4-FFF2-40B4-BE49-F238E27FC236}">
                <a16:creationId xmlns:a16="http://schemas.microsoft.com/office/drawing/2014/main" id="{B2B176CD-479C-4E65-8720-7A7A858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86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2" name="Google Shape;612;p46">
            <a:extLst xmlns:a="http://schemas.openxmlformats.org/drawingml/2006/main">
              <a:ext uri="{FF2B5EF4-FFF2-40B4-BE49-F238E27FC236}">
                <a16:creationId xmlns:a16="http://schemas.microsoft.com/office/drawing/2014/main" id="{F5D03540-B95D-42C5-8ADD-3AAF06C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3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3" name="Google Shape;613;p46">
            <a:extLst xmlns:a="http://schemas.openxmlformats.org/drawingml/2006/main">
              <a:ext uri="{FF2B5EF4-FFF2-40B4-BE49-F238E27FC236}">
                <a16:creationId xmlns:a16="http://schemas.microsoft.com/office/drawing/2014/main" id="{0650312C-1E73-4F5A-964B-8AE05BF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54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4" name="Google Shape;614;p46">
            <a:extLst xmlns:a="http://schemas.openxmlformats.org/drawingml/2006/main">
              <a:ext uri="{FF2B5EF4-FFF2-40B4-BE49-F238E27FC236}">
                <a16:creationId xmlns:a16="http://schemas.microsoft.com/office/drawing/2014/main" id="{8589FBD9-7A3D-42B1-9CB0-A3BE5B4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28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cxnSp>
        <p:nvCxnSpPr>
          <p:cNvPr id="646" name="Google Shape;615;p46"/>
          <p:cNvCxnSpPr/>
          <p:nvPr/>
        </p:nvCxnSpPr>
        <p:spPr>
          <a:xfrm xmlns:a="http://schemas.openxmlformats.org/drawingml/2006/main" flipH="1">
            <a:off x="67" y="4174625"/>
            <a:ext cx="3579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16;p46"/>
          <p:cNvCxnSpPr/>
          <p:nvPr/>
        </p:nvCxnSpPr>
        <p:spPr>
          <a:xfrm xmlns:a="http://schemas.openxmlformats.org/drawingml/2006/main" flipH="1">
            <a:off x="4050" y="2092075"/>
            <a:ext cx="3564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17;p46"/>
          <p:cNvCxnSpPr/>
          <p:nvPr/>
        </p:nvCxnSpPr>
        <p:spPr>
          <a:xfrm xmlns:a="http://schemas.openxmlformats.org/drawingml/2006/main" flipH="1">
            <a:off x="8933383" y="4174625"/>
            <a:ext cx="2256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18;p46"/>
          <p:cNvCxnSpPr/>
          <p:nvPr/>
        </p:nvCxnSpPr>
        <p:spPr>
          <a:xfrm xmlns:a="http://schemas.openxmlformats.org/drawingml/2006/main" flipH="1">
            <a:off x="8935847" y="2092075"/>
            <a:ext cx="2247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46">
            <a:extLst xmlns:a="http://schemas.openxmlformats.org/drawingml/2006/main">
              <a:ext uri="{FF2B5EF4-FFF2-40B4-BE49-F238E27FC236}">
                <a16:creationId xmlns:a16="http://schemas.microsoft.com/office/drawing/2014/main" id="{CF18C409-2CA4-4AD8-9D9D-0200B57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0" name="Google Shape;620;p46">
            <a:extLst xmlns:a="http://schemas.openxmlformats.org/drawingml/2006/main">
              <a:ext uri="{FF2B5EF4-FFF2-40B4-BE49-F238E27FC236}">
                <a16:creationId xmlns:a16="http://schemas.microsoft.com/office/drawing/2014/main" id="{5B909BD2-C4D7-411E-90B7-2617810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1" name="Google Shape;621;p46">
            <a:extLst xmlns:a="http://schemas.openxmlformats.org/drawingml/2006/main">
              <a:ext uri="{FF2B5EF4-FFF2-40B4-BE49-F238E27FC236}">
                <a16:creationId xmlns:a16="http://schemas.microsoft.com/office/drawing/2014/main" id="{822CA5C8-6768-402A-8E95-6B4CFCB1F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mystery syndrome; several plausible futures</a:t>
            </a:r>
            <a:endParaRPr/>
          </a:p>
        </p:txBody>
      </p:sp>
      <p:sp>
        <p:nvSpPr>
          <p:cNvPr id="622" name="Google Shape;622;p46">
            <a:extLst xmlns:a="http://schemas.openxmlformats.org/drawingml/2006/main">
              <a:ext uri="{FF2B5EF4-FFF2-40B4-BE49-F238E27FC236}">
                <a16:creationId xmlns:a16="http://schemas.microsoft.com/office/drawing/2014/main" id="{EB16989D-A4B3-4951-BEC4-B2E68BE7C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952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1. Detect</a:t>
            </a:r>
            <a:endParaRPr/>
          </a:p>
        </p:txBody>
      </p:sp>
      <p:sp>
        <p:nvSpPr>
          <p:cNvPr id="623" name="Google Shape;623;p46">
            <a:extLst xmlns:a="http://schemas.openxmlformats.org/drawingml/2006/main">
              <a:ext uri="{FF2B5EF4-FFF2-40B4-BE49-F238E27FC236}">
                <a16:creationId xmlns:a16="http://schemas.microsoft.com/office/drawing/2014/main" id="{8771BEF8-87A8-4BE6-9803-E4664CD36F7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42747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2. Infer</a:t>
            </a:r>
            <a:endParaRPr/>
          </a:p>
        </p:txBody>
      </p:sp>
      <p:sp>
        <p:nvSpPr>
          <p:cNvPr id="624" name="Google Shape;624;p46">
            <a:extLst xmlns:a="http://schemas.openxmlformats.org/drawingml/2006/main">
              <a:ext uri="{FF2B5EF4-FFF2-40B4-BE49-F238E27FC236}">
                <a16:creationId xmlns:a16="http://schemas.microsoft.com/office/drawing/2014/main" id="{32ECF236-28D7-4268-9177-B0A6E75E87E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2700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3. Generate</a:t>
            </a:r>
            <a:endParaRPr/>
          </a:p>
        </p:txBody>
      </p:sp>
      <p:sp>
        <p:nvSpPr>
          <p:cNvPr id="625" name="Google Shape;625;p46">
            <a:extLst xmlns:a="http://schemas.openxmlformats.org/drawingml/2006/main">
              <a:ext uri="{FF2B5EF4-FFF2-40B4-BE49-F238E27FC236}">
                <a16:creationId xmlns:a16="http://schemas.microsoft.com/office/drawing/2014/main" id="{BD0E162A-04F2-41AB-916A-CA81DE09EB6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13656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4. Stress-test</a:t>
            </a:r>
            <a:endParaRPr/>
          </a:p>
        </p:txBody>
      </p:sp>
      <p:sp>
        <p:nvSpPr>
          <p:cNvPr id="626" name="Google Shape;626;p46">
            <a:extLst xmlns:a="http://schemas.openxmlformats.org/drawingml/2006/main">
              <a:ext uri="{FF2B5EF4-FFF2-40B4-BE49-F238E27FC236}">
                <a16:creationId xmlns:a16="http://schemas.microsoft.com/office/drawing/2014/main" id="{578534BF-2E80-47DF-8C3D-BFAFED8BC5C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61325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Febrile-respiratory visits rise across four hospitals.</a:t>
            </a:r>
            <a:endParaRPr/>
          </a:p>
        </p:txBody>
      </p:sp>
      <p:sp>
        <p:nvSpPr>
          <p:cNvPr id="627" name="Google Shape;627;p46">
            <a:extLst xmlns:a="http://schemas.openxmlformats.org/drawingml/2006/main">
              <a:ext uri="{FF2B5EF4-FFF2-40B4-BE49-F238E27FC236}">
                <a16:creationId xmlns:a16="http://schemas.microsoft.com/office/drawing/2014/main" id="{7F1A3FD8-0F63-4CF4-90D7-49D0178226E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57388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Infer several plausible transmission and severity models.</a:t>
            </a:r>
            <a:endParaRPr/>
          </a:p>
        </p:txBody>
      </p:sp>
      <p:sp>
        <p:nvSpPr>
          <p:cNvPr id="628" name="Google Shape;628;p46">
            <a:extLst xmlns:a="http://schemas.openxmlformats.org/drawingml/2006/main">
              <a:ext uri="{FF2B5EF4-FFF2-40B4-BE49-F238E27FC236}">
                <a16:creationId xmlns:a16="http://schemas.microsoft.com/office/drawing/2014/main" id="{2A127681-76ED-4B00-BD2B-C4F33DF0EAF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95841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Generate 100–250 illustrative futures on the synthetic city twin.</a:t>
            </a:r>
            <a:endParaRPr/>
          </a:p>
        </p:txBody>
      </p:sp>
      <p:sp>
        <p:nvSpPr>
          <p:cNvPr id="629" name="Google Shape;629;p46">
            <a:extLst xmlns:a="http://schemas.openxmlformats.org/drawingml/2006/main">
              <a:ext uri="{FF2B5EF4-FFF2-40B4-BE49-F238E27FC236}">
                <a16:creationId xmlns:a16="http://schemas.microsoft.com/office/drawing/2014/main" id="{1F4FF21A-1BFB-4DCA-8A83-26BB5B77E38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4686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 surge plans; flag Hospital B overload. Demo numbers are illustrative, not clinical forecasts.</a:t>
            </a:r>
            <a:endParaRPr/>
          </a:p>
        </p:txBody>
      </p:sp>
      <p:sp>
        <p:nvSpPr>
          <p:cNvPr id="630" name="Google Shape;630;p46">
            <a:extLst xmlns:a="http://schemas.openxmlformats.org/drawingml/2006/main">
              <a:ext uri="{FF2B5EF4-FFF2-40B4-BE49-F238E27FC236}">
                <a16:creationId xmlns:a16="http://schemas.microsoft.com/office/drawing/2014/main" id="{A0DCC8B7-2ECC-4A73-AD8C-E3FA049CA859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What-if simulation</a:t>
            </a:r>
            <a:endParaRPr/>
          </a:p>
        </p:txBody>
      </p:sp>
      <p:sp>
        <p:nvSpPr>
          <p:cNvPr id="631" name="Google Shape;631;p46">
            <a:extLst xmlns:a="http://schemas.openxmlformats.org/drawingml/2006/main">
              <a:ext uri="{FF2B5EF4-FFF2-40B4-BE49-F238E27FC236}">
                <a16:creationId xmlns:a16="http://schemas.microsoft.com/office/drawing/2014/main" id="{F5C1BF86-D52D-47E7-B6FB-5398EAA2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582258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6" name="Google Shape;636;p47">
            <a:extLst xmlns:a="http://schemas.openxmlformats.org/drawingml/2006/main">
              <a:ext uri="{FF2B5EF4-FFF2-40B4-BE49-F238E27FC236}">
                <a16:creationId xmlns:a16="http://schemas.microsoft.com/office/drawing/2014/main" id="{A12D370A-650C-44CC-B139-77D566E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25" y="2433450"/>
            <a:ext cx="27627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37" name="Google Shape;637;p47">
            <a:extLst xmlns:a="http://schemas.openxmlformats.org/drawingml/2006/main">
              <a:ext uri="{FF2B5EF4-FFF2-40B4-BE49-F238E27FC236}">
                <a16:creationId xmlns:a16="http://schemas.microsoft.com/office/drawing/2014/main" id="{1271A821-D5B0-4007-AD75-DC7DFAB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875" y="2433450"/>
            <a:ext cx="27627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38" name="Google Shape;638;p47">
            <a:extLst xmlns:a="http://schemas.openxmlformats.org/drawingml/2006/main">
              <a:ext uri="{FF2B5EF4-FFF2-40B4-BE49-F238E27FC236}">
                <a16:creationId xmlns:a16="http://schemas.microsoft.com/office/drawing/2014/main" id="{B2A2B6B8-8B8B-409D-BCAB-B82FFD5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700" y="2433450"/>
            <a:ext cx="27627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39" name="Google Shape;639;p47">
            <a:extLst xmlns:a="http://schemas.openxmlformats.org/drawingml/2006/main">
              <a:ext uri="{FF2B5EF4-FFF2-40B4-BE49-F238E27FC236}">
                <a16:creationId xmlns:a16="http://schemas.microsoft.com/office/drawing/2014/main" id="{BFEA21AF-92DA-4CD6-ADB1-8F9F564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0" name="Google Shape;640;p47">
            <a:extLst xmlns:a="http://schemas.openxmlformats.org/drawingml/2006/main">
              <a:ext uri="{FF2B5EF4-FFF2-40B4-BE49-F238E27FC236}">
                <a16:creationId xmlns:a16="http://schemas.microsoft.com/office/drawing/2014/main" id="{F7CB7CAF-5FE6-46F7-9DE8-91BF70A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1" name="Google Shape;641;p47">
            <a:extLst xmlns:a="http://schemas.openxmlformats.org/drawingml/2006/main">
              <a:ext uri="{FF2B5EF4-FFF2-40B4-BE49-F238E27FC236}">
                <a16:creationId xmlns:a16="http://schemas.microsoft.com/office/drawing/2014/main" id="{DB025C72-DC73-4119-A014-4E297C8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42" name="Google Shape;642;p47">
            <a:extLst xmlns:a="http://schemas.openxmlformats.org/drawingml/2006/main">
              <a:ext uri="{FF2B5EF4-FFF2-40B4-BE49-F238E27FC236}">
                <a16:creationId xmlns:a16="http://schemas.microsoft.com/office/drawing/2014/main" id="{D3C65E57-42C9-4204-91A6-863EC38D9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Compare preparedness plans across uncertainty</a:t>
            </a:r>
            <a:endParaRPr/>
          </a:p>
        </p:txBody>
      </p:sp>
      <p:sp>
        <p:nvSpPr>
          <p:cNvPr id="643" name="Google Shape;643;p47">
            <a:extLst xmlns:a="http://schemas.openxmlformats.org/drawingml/2006/main">
              <a:ext uri="{FF2B5EF4-FFF2-40B4-BE49-F238E27FC236}">
                <a16:creationId xmlns:a16="http://schemas.microsoft.com/office/drawing/2014/main" id="{16076967-0760-453C-B306-78D0D9F121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Hospital stress test</a:t>
            </a:r>
            <a:endParaRPr/>
          </a:p>
        </p:txBody>
      </p:sp>
      <p:sp>
        <p:nvSpPr>
          <p:cNvPr id="644" name="Google Shape;644;p47">
            <a:extLst xmlns:a="http://schemas.openxmlformats.org/drawingml/2006/main">
              <a:ext uri="{FF2B5EF4-FFF2-40B4-BE49-F238E27FC236}">
                <a16:creationId xmlns:a16="http://schemas.microsoft.com/office/drawing/2014/main" id="{340DA09C-76F5-4383-A4F2-71DC12C93E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5170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A. Hold plan</a:t>
            </a:r>
            <a:endParaRPr/>
          </a:p>
        </p:txBody>
      </p:sp>
      <p:sp>
        <p:nvSpPr>
          <p:cNvPr id="645" name="Google Shape;645;p47">
            <a:extLst xmlns:a="http://schemas.openxmlformats.org/drawingml/2006/main">
              <a:ext uri="{FF2B5EF4-FFF2-40B4-BE49-F238E27FC236}">
                <a16:creationId xmlns:a16="http://schemas.microsoft.com/office/drawing/2014/main" id="{8AA8E5BC-4AB0-4818-92E5-75BD7119950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1505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B. Flex beds + staff</a:t>
            </a:r>
            <a:endParaRPr/>
          </a:p>
        </p:txBody>
      </p:sp>
      <p:sp>
        <p:nvSpPr>
          <p:cNvPr id="646" name="Google Shape;646;p47">
            <a:extLst xmlns:a="http://schemas.openxmlformats.org/drawingml/2006/main">
              <a:ext uri="{FF2B5EF4-FFF2-40B4-BE49-F238E27FC236}">
                <a16:creationId xmlns:a16="http://schemas.microsoft.com/office/drawing/2014/main" id="{228B9E40-B79E-474A-87CA-57BDF22F9C5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278400" y="2435600"/>
            <a:ext cx="24399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C. Redirect + surge hub</a:t>
            </a:r>
            <a:endParaRPr/>
          </a:p>
        </p:txBody>
      </p:sp>
      <p:sp>
        <p:nvSpPr>
          <p:cNvPr id="647" name="Google Shape;647;p47">
            <a:extLst xmlns:a="http://schemas.openxmlformats.org/drawingml/2006/main">
              <a:ext uri="{FF2B5EF4-FFF2-40B4-BE49-F238E27FC236}">
                <a16:creationId xmlns:a16="http://schemas.microsoft.com/office/drawing/2014/main" id="{D87C8ED8-0D51-490B-9FC9-CB0FE606189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315050" y="2882813"/>
            <a:ext cx="2439900" cy="78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More surge buffer</a:t>
            </a:r>
            <a:endParaRPr/>
          </a:p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Medium worst-case strain</a:t>
            </a:r>
          </a:p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78 / 100 robust score</a:t>
            </a:r>
          </a:p>
        </p:txBody>
      </p:sp>
      <p:sp>
        <p:nvSpPr>
          <p:cNvPr id="648" name="Google Shape;648;p47">
            <a:extLst xmlns:a="http://schemas.openxmlformats.org/drawingml/2006/main">
              <a:ext uri="{FF2B5EF4-FFF2-40B4-BE49-F238E27FC236}">
                <a16:creationId xmlns:a16="http://schemas.microsoft.com/office/drawing/2014/main" id="{15B6CDD6-C302-413E-803F-E0B12FCD4CC0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51700" y="2882813"/>
            <a:ext cx="2439900" cy="78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Baseline capacity</a:t>
            </a:r>
            <a:endParaRPr/>
          </a:p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Severe overload in worst case</a:t>
            </a:r>
          </a:p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42 / 100 robust score</a:t>
            </a:r>
          </a:p>
        </p:txBody>
      </p:sp>
      <p:sp>
        <p:nvSpPr>
          <p:cNvPr id="649" name="Google Shape;649;p47">
            <a:extLst xmlns:a="http://schemas.openxmlformats.org/drawingml/2006/main">
              <a:ext uri="{FF2B5EF4-FFF2-40B4-BE49-F238E27FC236}">
                <a16:creationId xmlns:a16="http://schemas.microsoft.com/office/drawing/2014/main" id="{F7928E56-E9F4-4DF8-B61C-8B2A39349089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278400" y="2882813"/>
            <a:ext cx="2439900" cy="78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Faster redistribution</a:t>
            </a:r>
            <a:endParaRPr/>
          </a:p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Transfer constraints</a:t>
            </a:r>
          </a:p>
          <a:p xmlns:a="http://schemas.openxmlformats.org/drawingml/2006/main">
            <a:pPr marL="274320" lvl="0" indent="-1028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➔"/>
            </a:pPr>
            <a:r>
              <a:t>71 / 100 robust score</a:t>
            </a:r>
          </a:p>
        </p:txBody>
      </p:sp>
      <p:sp>
        <p:nvSpPr>
          <p:cNvPr id="650" name="Google Shape;650;p47">
            <a:extLst xmlns:a="http://schemas.openxmlformats.org/drawingml/2006/main">
              <a:ext uri="{FF2B5EF4-FFF2-40B4-BE49-F238E27FC236}">
                <a16:creationId xmlns:a16="http://schemas.microsoft.com/office/drawing/2014/main" id="{B66CCB88-9C68-4392-BB6F-6320F2D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94760"/>
            <a:ext cx="83211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Illustrative scores only. Rank plans using overload, cost, time-to-care, equity and feasibility.</a:t>
            </a:r>
            <a:endParaRPr sz="12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1" name="Google Shape;651;p47">
            <a:extLst xmlns:a="http://schemas.openxmlformats.org/drawingml/2006/main">
              <a:ext uri="{FF2B5EF4-FFF2-40B4-BE49-F238E27FC236}">
                <a16:creationId xmlns:a16="http://schemas.microsoft.com/office/drawing/2014/main" id="{43DA8507-B87C-4979-8E5E-9A0C915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160520"/>
            <a:ext cx="83211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Recommend the plan with the strongest performance across plausible futures.</a:t>
            </a:r>
            <a:endParaRPr sz="1000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737165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3" name="Google Shape;683;p49">
            <a:extLst xmlns:a="http://schemas.openxmlformats.org/drawingml/2006/main">
              <a:ext uri="{FF2B5EF4-FFF2-40B4-BE49-F238E27FC236}">
                <a16:creationId xmlns:a16="http://schemas.microsoft.com/office/drawing/2014/main" id="{6A6306B9-AF86-48B9-ACFB-B2C6174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50" y="1505700"/>
            <a:ext cx="28341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19" name="Google Shape;684;p49"/>
          <p:cNvCxnSpPr/>
          <p:nvPr/>
        </p:nvCxnSpPr>
        <p:spPr>
          <a:xfrm xmlns:a="http://schemas.openxmlformats.org/drawingml/2006/main">
            <a:off x="6084702" y="1505300"/>
            <a:ext cx="0" cy="1446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p49">
            <a:extLst xmlns:a="http://schemas.openxmlformats.org/drawingml/2006/main">
              <a:ext uri="{FF2B5EF4-FFF2-40B4-BE49-F238E27FC236}">
                <a16:creationId xmlns:a16="http://schemas.microsoft.com/office/drawing/2014/main" id="{1941A0C9-F8D2-450B-9674-E673F9E1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00" y="1505525"/>
            <a:ext cx="2828100" cy="17403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86" name="Google Shape;686;p49">
            <a:extLst xmlns:a="http://schemas.openxmlformats.org/drawingml/2006/main">
              <a:ext uri="{FF2B5EF4-FFF2-40B4-BE49-F238E27FC236}">
                <a16:creationId xmlns:a16="http://schemas.microsoft.com/office/drawing/2014/main" id="{FDDB4D79-2FD9-4AC4-92BD-948C5D4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100" y="1505700"/>
            <a:ext cx="28413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2" name="Google Shape;687;p49"/>
          <p:cNvCxnSpPr/>
          <p:nvPr/>
        </p:nvCxnSpPr>
        <p:spPr>
          <a:xfrm xmlns:a="http://schemas.openxmlformats.org/drawingml/2006/main" flipH="1">
            <a:off x="3051950" y="1507225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3" name="Google Shape;688;p49"/>
          <p:cNvCxnSpPr/>
          <p:nvPr/>
        </p:nvCxnSpPr>
        <p:spPr>
          <a:xfrm xmlns:a="http://schemas.openxmlformats.org/drawingml/2006/main" flipH="1">
            <a:off x="5978613" y="1507225"/>
            <a:ext cx="100800" cy="295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689;p49"/>
          <p:cNvCxnSpPr/>
          <p:nvPr/>
        </p:nvCxnSpPr>
        <p:spPr>
          <a:xfrm xmlns:a="http://schemas.openxmlformats.org/drawingml/2006/main" flipH="1">
            <a:off x="-50" y="1507225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0" name="Google Shape;690;p49">
            <a:extLst xmlns:a="http://schemas.openxmlformats.org/drawingml/2006/main">
              <a:ext uri="{FF2B5EF4-FFF2-40B4-BE49-F238E27FC236}">
                <a16:creationId xmlns:a16="http://schemas.microsoft.com/office/drawing/2014/main" id="{232B079E-E58B-4300-9A5D-4BE5C9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75" y="3337800"/>
            <a:ext cx="4294800" cy="937200"/>
          </a:xfrm>
          <a:prstGeom xmlns:a="http://schemas.openxmlformats.org/drawingml/2006/main" prst="snip2DiagRect">
            <a:avLst>
              <a:gd name="adj1" fmla="val 0"/>
              <a:gd name="adj2" fmla="val 29553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91" name="Google Shape;691;p49">
            <a:extLst xmlns:a="http://schemas.openxmlformats.org/drawingml/2006/main">
              <a:ext uri="{FF2B5EF4-FFF2-40B4-BE49-F238E27FC236}">
                <a16:creationId xmlns:a16="http://schemas.microsoft.com/office/drawing/2014/main" id="{72CEFF08-D5E4-4E38-AAEB-2D65A75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100" y="3337800"/>
            <a:ext cx="4296300" cy="937200"/>
          </a:xfrm>
          <a:prstGeom xmlns:a="http://schemas.openxmlformats.org/drawingml/2006/main" prst="snip2DiagRect">
            <a:avLst>
              <a:gd name="adj1" fmla="val 0"/>
              <a:gd name="adj2" fmla="val 30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7" name="Google Shape;692;p49"/>
          <p:cNvCxnSpPr/>
          <p:nvPr/>
        </p:nvCxnSpPr>
        <p:spPr>
          <a:xfrm xmlns:a="http://schemas.openxmlformats.org/drawingml/2006/main" flipH="1">
            <a:off x="3051950" y="29442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693;p49"/>
          <p:cNvCxnSpPr/>
          <p:nvPr/>
        </p:nvCxnSpPr>
        <p:spPr>
          <a:xfrm xmlns:a="http://schemas.openxmlformats.org/drawingml/2006/main" flipH="1">
            <a:off x="5977875" y="2949725"/>
            <a:ext cx="102600" cy="293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694;p49"/>
          <p:cNvCxnSpPr/>
          <p:nvPr/>
        </p:nvCxnSpPr>
        <p:spPr>
          <a:xfrm xmlns:a="http://schemas.openxmlformats.org/drawingml/2006/main" flipH="1">
            <a:off x="-50" y="29442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695;p49"/>
          <p:cNvCxnSpPr/>
          <p:nvPr/>
        </p:nvCxnSpPr>
        <p:spPr>
          <a:xfrm xmlns:a="http://schemas.openxmlformats.org/drawingml/2006/main" flipH="1">
            <a:off x="-50" y="33378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696;p49"/>
          <p:cNvCxnSpPr/>
          <p:nvPr/>
        </p:nvCxnSpPr>
        <p:spPr>
          <a:xfrm xmlns:a="http://schemas.openxmlformats.org/drawingml/2006/main" flipH="1">
            <a:off x="-50" y="39807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697;p49"/>
          <p:cNvCxnSpPr/>
          <p:nvPr/>
        </p:nvCxnSpPr>
        <p:spPr>
          <a:xfrm xmlns:a="http://schemas.openxmlformats.org/drawingml/2006/main" flipH="1">
            <a:off x="4515500" y="33378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698;p49"/>
          <p:cNvCxnSpPr/>
          <p:nvPr/>
        </p:nvCxnSpPr>
        <p:spPr>
          <a:xfrm xmlns:a="http://schemas.openxmlformats.org/drawingml/2006/main" flipH="1">
            <a:off x="4515500" y="39807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699;p49"/>
          <p:cNvCxnSpPr/>
          <p:nvPr/>
        </p:nvCxnSpPr>
        <p:spPr>
          <a:xfrm xmlns:a="http://schemas.openxmlformats.org/drawingml/2006/main" flipH="1">
            <a:off x="8908683" y="1507225"/>
            <a:ext cx="233100" cy="297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00;p49"/>
          <p:cNvCxnSpPr/>
          <p:nvPr/>
        </p:nvCxnSpPr>
        <p:spPr>
          <a:xfrm xmlns:a="http://schemas.openxmlformats.org/drawingml/2006/main" flipH="1">
            <a:off x="8910900" y="2940025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01;p49"/>
          <p:cNvCxnSpPr/>
          <p:nvPr/>
        </p:nvCxnSpPr>
        <p:spPr>
          <a:xfrm xmlns:a="http://schemas.openxmlformats.org/drawingml/2006/main" flipH="1">
            <a:off x="8910900" y="33373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02;p49"/>
          <p:cNvCxnSpPr/>
          <p:nvPr/>
        </p:nvCxnSpPr>
        <p:spPr>
          <a:xfrm xmlns:a="http://schemas.openxmlformats.org/drawingml/2006/main" flipH="1">
            <a:off x="8910900" y="39802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9">
            <a:extLst xmlns:a="http://schemas.openxmlformats.org/drawingml/2006/main">
              <a:ext uri="{FF2B5EF4-FFF2-40B4-BE49-F238E27FC236}">
                <a16:creationId xmlns:a16="http://schemas.microsoft.com/office/drawing/2014/main" id="{96D534A3-3B72-4C98-A187-9BC7187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4" name="Google Shape;704;p49">
            <a:extLst xmlns:a="http://schemas.openxmlformats.org/drawingml/2006/main">
              <a:ext uri="{FF2B5EF4-FFF2-40B4-BE49-F238E27FC236}">
                <a16:creationId xmlns:a16="http://schemas.microsoft.com/office/drawing/2014/main" id="{DB89EC3B-6FDF-4206-897F-5FB6379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5" name="Google Shape;705;p49">
            <a:extLst xmlns:a="http://schemas.openxmlformats.org/drawingml/2006/main">
              <a:ext uri="{FF2B5EF4-FFF2-40B4-BE49-F238E27FC236}">
                <a16:creationId xmlns:a16="http://schemas.microsoft.com/office/drawing/2014/main" id="{500E5293-F87F-440E-BBBB-1CD56693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6" name="Google Shape;706;p49">
            <a:extLst xmlns:a="http://schemas.openxmlformats.org/drawingml/2006/main">
              <a:ext uri="{FF2B5EF4-FFF2-40B4-BE49-F238E27FC236}">
                <a16:creationId xmlns:a16="http://schemas.microsoft.com/office/drawing/2014/main" id="{79AD14F9-11D0-427A-BA92-21DBAD468A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4600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Learn from signals</a:t>
            </a:r>
            <a:endParaRPr/>
          </a:p>
        </p:txBody>
      </p:sp>
      <p:sp>
        <p:nvSpPr>
          <p:cNvPr id="707" name="Google Shape;707;p49">
            <a:extLst xmlns:a="http://schemas.openxmlformats.org/drawingml/2006/main">
              <a:ext uri="{FF2B5EF4-FFF2-40B4-BE49-F238E27FC236}">
                <a16:creationId xmlns:a16="http://schemas.microsoft.com/office/drawing/2014/main" id="{65C13D35-E874-4115-BFAB-50CD073FD3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4600" y="1984850"/>
            <a:ext cx="2466300" cy="9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emerging multi-hospital patterns.</a:t>
            </a:r>
            <a:endParaRPr/>
          </a:p>
        </p:txBody>
      </p:sp>
      <p:sp>
        <p:nvSpPr>
          <p:cNvPr id="708" name="Google Shape;708;p49">
            <a:extLst xmlns:a="http://schemas.openxmlformats.org/drawingml/2006/main">
              <a:ext uri="{FF2B5EF4-FFF2-40B4-BE49-F238E27FC236}">
                <a16:creationId xmlns:a16="http://schemas.microsoft.com/office/drawing/2014/main" id="{E803AFA8-0A51-4C0F-81FB-46402B2F078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29688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uncertainty</a:t>
            </a:r>
            <a:endParaRPr/>
          </a:p>
        </p:txBody>
      </p:sp>
      <p:sp>
        <p:nvSpPr>
          <p:cNvPr id="709" name="Google Shape;709;p49">
            <a:extLst xmlns:a="http://schemas.openxmlformats.org/drawingml/2006/main">
              <a:ext uri="{FF2B5EF4-FFF2-40B4-BE49-F238E27FC236}">
                <a16:creationId xmlns:a16="http://schemas.microsoft.com/office/drawing/2014/main" id="{52149349-027C-45F7-A87A-6AEEDE082B8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29688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Keep plausible spread and severity ranges visible.</a:t>
            </a:r>
            <a:endParaRPr/>
          </a:p>
        </p:txBody>
      </p:sp>
      <p:sp>
        <p:nvSpPr>
          <p:cNvPr id="710" name="Google Shape;710;p49">
            <a:extLst xmlns:a="http://schemas.openxmlformats.org/drawingml/2006/main">
              <a:ext uri="{FF2B5EF4-FFF2-40B4-BE49-F238E27FC236}">
                <a16:creationId xmlns:a16="http://schemas.microsoft.com/office/drawing/2014/main" id="{6750EF5C-6005-4FF1-B60A-DE3751E2DFC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37091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Optimize robustly</a:t>
            </a:r>
            <a:endParaRPr/>
          </a:p>
        </p:txBody>
      </p:sp>
      <p:sp>
        <p:nvSpPr>
          <p:cNvPr id="711" name="Google Shape;711;p49">
            <a:extLst xmlns:a="http://schemas.openxmlformats.org/drawingml/2006/main">
              <a:ext uri="{FF2B5EF4-FFF2-40B4-BE49-F238E27FC236}">
                <a16:creationId xmlns:a16="http://schemas.microsoft.com/office/drawing/2014/main" id="{D969D410-E39D-4071-8C5B-3147FCA1CC1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37091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Find strategies that hold up across futures.</a:t>
            </a:r>
            <a:endParaRPr/>
          </a:p>
        </p:txBody>
      </p:sp>
      <p:sp>
        <p:nvSpPr>
          <p:cNvPr id="712" name="Google Shape;712;p49">
            <a:extLst xmlns:a="http://schemas.openxmlformats.org/drawingml/2006/main">
              <a:ext uri="{FF2B5EF4-FFF2-40B4-BE49-F238E27FC236}">
                <a16:creationId xmlns:a16="http://schemas.microsoft.com/office/drawing/2014/main" id="{599F12A7-DB0E-4E8D-8749-B58EEFA15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48177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novelty is the integrated closed loop</a:t>
            </a:r>
            <a:endParaRPr/>
          </a:p>
        </p:txBody>
      </p:sp>
      <p:sp>
        <p:nvSpPr>
          <p:cNvPr id="713" name="Google Shape;713;p49">
            <a:extLst xmlns:a="http://schemas.openxmlformats.org/drawingml/2006/main">
              <a:ext uri="{FF2B5EF4-FFF2-40B4-BE49-F238E27FC236}">
                <a16:creationId xmlns:a16="http://schemas.microsoft.com/office/drawing/2014/main" id="{DCCA75C4-8BBF-42E3-8F7F-71EF7B5D795E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24600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Established work</a:t>
            </a:r>
            <a:endParaRPr sz="1000"/>
          </a:p>
        </p:txBody>
      </p:sp>
      <p:sp>
        <p:nvSpPr>
          <p:cNvPr id="714" name="Google Shape;714;p49">
            <a:extLst xmlns:a="http://schemas.openxmlformats.org/drawingml/2006/main">
              <a:ext uri="{FF2B5EF4-FFF2-40B4-BE49-F238E27FC236}">
                <a16:creationId xmlns:a16="http://schemas.microsoft.com/office/drawing/2014/main" id="{38482FD6-5C95-4FFD-A9D9-D7ACC784A25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24600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Population twins, outbreak simulation and hospital optimization already exist.</a:t>
            </a:r>
            <a:endParaRPr/>
          </a:p>
        </p:txBody>
      </p:sp>
      <p:sp>
        <p:nvSpPr>
          <p:cNvPr id="715" name="Google Shape;715;p49">
            <a:extLst xmlns:a="http://schemas.openxmlformats.org/drawingml/2006/main">
              <a:ext uri="{FF2B5EF4-FFF2-40B4-BE49-F238E27FC236}">
                <a16:creationId xmlns:a16="http://schemas.microsoft.com/office/drawing/2014/main" id="{268C5904-C979-49E6-BBED-979BF07BE2D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815675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Hex contribution</a:t>
            </a:r>
            <a:endParaRPr sz="1000"/>
          </a:p>
        </p:txBody>
      </p:sp>
      <p:sp>
        <p:nvSpPr>
          <p:cNvPr id="716" name="Google Shape;716;p49">
            <a:extLst xmlns:a="http://schemas.openxmlformats.org/drawingml/2006/main">
              <a:ext uri="{FF2B5EF4-FFF2-40B4-BE49-F238E27FC236}">
                <a16:creationId xmlns:a16="http://schemas.microsoft.com/office/drawing/2014/main" id="{60156019-344E-4E97-AC7D-2732A3E1622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815675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Connect discovery, uncertain dynamics, many futures and robust plan search.</a:t>
            </a:r>
            <a:endParaRPr/>
          </a:p>
        </p:txBody>
      </p:sp>
      <p:sp>
        <p:nvSpPr>
          <p:cNvPr id="717" name="Google Shape;717;p49">
            <a:extLst xmlns:a="http://schemas.openxmlformats.org/drawingml/2006/main">
              <a:ext uri="{FF2B5EF4-FFF2-40B4-BE49-F238E27FC236}">
                <a16:creationId xmlns:a16="http://schemas.microsoft.com/office/drawing/2014/main" id="{51FBF2D1-F30D-4B69-966B-52344BB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4320"/>
            <a:ext cx="3474600" cy="73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System-level integration; no claim that individual components are new.</a:t>
            </a:r>
            <a:endParaRPr sz="10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433767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3" name="Google Shape;683;p49">
            <a:extLst xmlns:a="http://schemas.openxmlformats.org/drawingml/2006/main">
              <a:ext uri="{FF2B5EF4-FFF2-40B4-BE49-F238E27FC236}">
                <a16:creationId xmlns:a16="http://schemas.microsoft.com/office/drawing/2014/main" id="{6A6306B9-AF86-48B9-ACFB-B2C6174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50" y="1505700"/>
            <a:ext cx="28341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19" name="Google Shape;684;p49"/>
          <p:cNvCxnSpPr/>
          <p:nvPr/>
        </p:nvCxnSpPr>
        <p:spPr>
          <a:xfrm xmlns:a="http://schemas.openxmlformats.org/drawingml/2006/main">
            <a:off x="6084702" y="1505300"/>
            <a:ext cx="0" cy="1446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p49">
            <a:extLst xmlns:a="http://schemas.openxmlformats.org/drawingml/2006/main">
              <a:ext uri="{FF2B5EF4-FFF2-40B4-BE49-F238E27FC236}">
                <a16:creationId xmlns:a16="http://schemas.microsoft.com/office/drawing/2014/main" id="{1941A0C9-F8D2-450B-9674-E673F9E1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00" y="1505525"/>
            <a:ext cx="2828100" cy="17403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86" name="Google Shape;686;p49">
            <a:extLst xmlns:a="http://schemas.openxmlformats.org/drawingml/2006/main">
              <a:ext uri="{FF2B5EF4-FFF2-40B4-BE49-F238E27FC236}">
                <a16:creationId xmlns:a16="http://schemas.microsoft.com/office/drawing/2014/main" id="{FDDB4D79-2FD9-4AC4-92BD-948C5D4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100" y="1505700"/>
            <a:ext cx="28413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2" name="Google Shape;687;p49"/>
          <p:cNvCxnSpPr/>
          <p:nvPr/>
        </p:nvCxnSpPr>
        <p:spPr>
          <a:xfrm xmlns:a="http://schemas.openxmlformats.org/drawingml/2006/main" flipH="1">
            <a:off x="3051950" y="1507225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3" name="Google Shape;688;p49"/>
          <p:cNvCxnSpPr/>
          <p:nvPr/>
        </p:nvCxnSpPr>
        <p:spPr>
          <a:xfrm xmlns:a="http://schemas.openxmlformats.org/drawingml/2006/main" flipH="1">
            <a:off x="5978613" y="1507225"/>
            <a:ext cx="100800" cy="295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689;p49"/>
          <p:cNvCxnSpPr/>
          <p:nvPr/>
        </p:nvCxnSpPr>
        <p:spPr>
          <a:xfrm xmlns:a="http://schemas.openxmlformats.org/drawingml/2006/main" flipH="1">
            <a:off x="-50" y="1507225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0" name="Google Shape;690;p49">
            <a:extLst xmlns:a="http://schemas.openxmlformats.org/drawingml/2006/main">
              <a:ext uri="{FF2B5EF4-FFF2-40B4-BE49-F238E27FC236}">
                <a16:creationId xmlns:a16="http://schemas.microsoft.com/office/drawing/2014/main" id="{232B079E-E58B-4300-9A5D-4BE5C9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75" y="3337800"/>
            <a:ext cx="4294800" cy="937200"/>
          </a:xfrm>
          <a:prstGeom xmlns:a="http://schemas.openxmlformats.org/drawingml/2006/main" prst="snip2DiagRect">
            <a:avLst>
              <a:gd name="adj1" fmla="val 0"/>
              <a:gd name="adj2" fmla="val 29553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91" name="Google Shape;691;p49">
            <a:extLst xmlns:a="http://schemas.openxmlformats.org/drawingml/2006/main">
              <a:ext uri="{FF2B5EF4-FFF2-40B4-BE49-F238E27FC236}">
                <a16:creationId xmlns:a16="http://schemas.microsoft.com/office/drawing/2014/main" id="{72CEFF08-D5E4-4E38-AAEB-2D65A75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100" y="3337800"/>
            <a:ext cx="4296300" cy="937200"/>
          </a:xfrm>
          <a:prstGeom xmlns:a="http://schemas.openxmlformats.org/drawingml/2006/main" prst="snip2DiagRect">
            <a:avLst>
              <a:gd name="adj1" fmla="val 0"/>
              <a:gd name="adj2" fmla="val 30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7" name="Google Shape;692;p49"/>
          <p:cNvCxnSpPr/>
          <p:nvPr/>
        </p:nvCxnSpPr>
        <p:spPr>
          <a:xfrm xmlns:a="http://schemas.openxmlformats.org/drawingml/2006/main" flipH="1">
            <a:off x="3051950" y="29442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693;p49"/>
          <p:cNvCxnSpPr/>
          <p:nvPr/>
        </p:nvCxnSpPr>
        <p:spPr>
          <a:xfrm xmlns:a="http://schemas.openxmlformats.org/drawingml/2006/main" flipH="1">
            <a:off x="5977875" y="2949725"/>
            <a:ext cx="102600" cy="293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694;p49"/>
          <p:cNvCxnSpPr/>
          <p:nvPr/>
        </p:nvCxnSpPr>
        <p:spPr>
          <a:xfrm xmlns:a="http://schemas.openxmlformats.org/drawingml/2006/main" flipH="1">
            <a:off x="-50" y="29442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695;p49"/>
          <p:cNvCxnSpPr/>
          <p:nvPr/>
        </p:nvCxnSpPr>
        <p:spPr>
          <a:xfrm xmlns:a="http://schemas.openxmlformats.org/drawingml/2006/main" flipH="1">
            <a:off x="-50" y="33378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696;p49"/>
          <p:cNvCxnSpPr/>
          <p:nvPr/>
        </p:nvCxnSpPr>
        <p:spPr>
          <a:xfrm xmlns:a="http://schemas.openxmlformats.org/drawingml/2006/main" flipH="1">
            <a:off x="-50" y="39807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697;p49"/>
          <p:cNvCxnSpPr/>
          <p:nvPr/>
        </p:nvCxnSpPr>
        <p:spPr>
          <a:xfrm xmlns:a="http://schemas.openxmlformats.org/drawingml/2006/main" flipH="1">
            <a:off x="4515500" y="33378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698;p49"/>
          <p:cNvCxnSpPr/>
          <p:nvPr/>
        </p:nvCxnSpPr>
        <p:spPr>
          <a:xfrm xmlns:a="http://schemas.openxmlformats.org/drawingml/2006/main" flipH="1">
            <a:off x="4515500" y="39807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699;p49"/>
          <p:cNvCxnSpPr/>
          <p:nvPr/>
        </p:nvCxnSpPr>
        <p:spPr>
          <a:xfrm xmlns:a="http://schemas.openxmlformats.org/drawingml/2006/main" flipH="1">
            <a:off x="8908683" y="1507225"/>
            <a:ext cx="233100" cy="297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00;p49"/>
          <p:cNvCxnSpPr/>
          <p:nvPr/>
        </p:nvCxnSpPr>
        <p:spPr>
          <a:xfrm xmlns:a="http://schemas.openxmlformats.org/drawingml/2006/main" flipH="1">
            <a:off x="8910900" y="2940025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01;p49"/>
          <p:cNvCxnSpPr/>
          <p:nvPr/>
        </p:nvCxnSpPr>
        <p:spPr>
          <a:xfrm xmlns:a="http://schemas.openxmlformats.org/drawingml/2006/main" flipH="1">
            <a:off x="8910900" y="33373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02;p49"/>
          <p:cNvCxnSpPr/>
          <p:nvPr/>
        </p:nvCxnSpPr>
        <p:spPr>
          <a:xfrm xmlns:a="http://schemas.openxmlformats.org/drawingml/2006/main" flipH="1">
            <a:off x="8910900" y="39802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9">
            <a:extLst xmlns:a="http://schemas.openxmlformats.org/drawingml/2006/main">
              <a:ext uri="{FF2B5EF4-FFF2-40B4-BE49-F238E27FC236}">
                <a16:creationId xmlns:a16="http://schemas.microsoft.com/office/drawing/2014/main" id="{96D534A3-3B72-4C98-A187-9BC7187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4" name="Google Shape;704;p49">
            <a:extLst xmlns:a="http://schemas.openxmlformats.org/drawingml/2006/main">
              <a:ext uri="{FF2B5EF4-FFF2-40B4-BE49-F238E27FC236}">
                <a16:creationId xmlns:a16="http://schemas.microsoft.com/office/drawing/2014/main" id="{DB89EC3B-6FDF-4206-897F-5FB6379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5" name="Google Shape;705;p49">
            <a:extLst xmlns:a="http://schemas.openxmlformats.org/drawingml/2006/main">
              <a:ext uri="{FF2B5EF4-FFF2-40B4-BE49-F238E27FC236}">
                <a16:creationId xmlns:a16="http://schemas.microsoft.com/office/drawing/2014/main" id="{500E5293-F87F-440E-BBBB-1CD56693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6" name="Google Shape;706;p49">
            <a:extLst xmlns:a="http://schemas.openxmlformats.org/drawingml/2006/main">
              <a:ext uri="{FF2B5EF4-FFF2-40B4-BE49-F238E27FC236}">
                <a16:creationId xmlns:a16="http://schemas.microsoft.com/office/drawing/2014/main" id="{79AD14F9-11D0-427A-BA92-21DBAD468A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4600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See multiple futures</a:t>
            </a:r>
            <a:endParaRPr/>
          </a:p>
        </p:txBody>
      </p:sp>
      <p:sp>
        <p:nvSpPr>
          <p:cNvPr id="707" name="Google Shape;707;p49">
            <a:extLst xmlns:a="http://schemas.openxmlformats.org/drawingml/2006/main">
              <a:ext uri="{FF2B5EF4-FFF2-40B4-BE49-F238E27FC236}">
                <a16:creationId xmlns:a16="http://schemas.microsoft.com/office/drawing/2014/main" id="{65C13D35-E874-4115-BFAB-50CD073FD3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4600" y="1984850"/>
            <a:ext cx="2466300" cy="9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Generate plausible paths, not one curve.</a:t>
            </a:r>
            <a:endParaRPr/>
          </a:p>
        </p:txBody>
      </p:sp>
      <p:sp>
        <p:nvSpPr>
          <p:cNvPr id="708" name="Google Shape;708;p49">
            <a:extLst xmlns:a="http://schemas.openxmlformats.org/drawingml/2006/main">
              <a:ext uri="{FF2B5EF4-FFF2-40B4-BE49-F238E27FC236}">
                <a16:creationId xmlns:a16="http://schemas.microsoft.com/office/drawing/2014/main" id="{E803AFA8-0A51-4C0F-81FB-46402B2F078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29688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Compare trade-offs</a:t>
            </a:r>
            <a:endParaRPr/>
          </a:p>
        </p:txBody>
      </p:sp>
      <p:sp>
        <p:nvSpPr>
          <p:cNvPr id="709" name="Google Shape;709;p49">
            <a:extLst xmlns:a="http://schemas.openxmlformats.org/drawingml/2006/main">
              <a:ext uri="{FF2B5EF4-FFF2-40B4-BE49-F238E27FC236}">
                <a16:creationId xmlns:a16="http://schemas.microsoft.com/office/drawing/2014/main" id="{52149349-027C-45F7-A87A-6AEEDE082B8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29688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View capacity, cost and care impacts.</a:t>
            </a:r>
            <a:endParaRPr/>
          </a:p>
        </p:txBody>
      </p:sp>
      <p:sp>
        <p:nvSpPr>
          <p:cNvPr id="710" name="Google Shape;710;p49">
            <a:extLst xmlns:a="http://schemas.openxmlformats.org/drawingml/2006/main">
              <a:ext uri="{FF2B5EF4-FFF2-40B4-BE49-F238E27FC236}">
                <a16:creationId xmlns:a16="http://schemas.microsoft.com/office/drawing/2014/main" id="{6750EF5C-6005-4FF1-B60A-DE3751E2DFC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37091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 robust action</a:t>
            </a:r>
            <a:endParaRPr/>
          </a:p>
        </p:txBody>
      </p:sp>
      <p:sp>
        <p:nvSpPr>
          <p:cNvPr id="711" name="Google Shape;711;p49">
            <a:extLst xmlns:a="http://schemas.openxmlformats.org/drawingml/2006/main">
              <a:ext uri="{FF2B5EF4-FFF2-40B4-BE49-F238E27FC236}">
                <a16:creationId xmlns:a16="http://schemas.microsoft.com/office/drawing/2014/main" id="{D969D410-E39D-4071-8C5B-3147FCA1CC1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37091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Rank plans across plausible futures.</a:t>
            </a:r>
            <a:endParaRPr/>
          </a:p>
        </p:txBody>
      </p:sp>
      <p:sp>
        <p:nvSpPr>
          <p:cNvPr id="712" name="Google Shape;712;p49">
            <a:extLst xmlns:a="http://schemas.openxmlformats.org/drawingml/2006/main">
              <a:ext uri="{FF2B5EF4-FFF2-40B4-BE49-F238E27FC236}">
                <a16:creationId xmlns:a16="http://schemas.microsoft.com/office/drawing/2014/main" id="{599F12A7-DB0E-4E8D-8749-B58EEFA15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48177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Hex USP</a:t>
            </a:r>
            <a:endParaRPr/>
          </a:p>
        </p:txBody>
      </p:sp>
      <p:sp>
        <p:nvSpPr>
          <p:cNvPr id="713" name="Google Shape;713;p49">
            <a:extLst xmlns:a="http://schemas.openxmlformats.org/drawingml/2006/main">
              <a:ext uri="{FF2B5EF4-FFF2-40B4-BE49-F238E27FC236}">
                <a16:creationId xmlns:a16="http://schemas.microsoft.com/office/drawing/2014/main" id="{DCCA75C4-8BBF-42E3-8F7F-71EF7B5D795E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24600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Core promise</a:t>
            </a:r>
            <a:endParaRPr sz="1000"/>
          </a:p>
        </p:txBody>
      </p:sp>
      <p:sp>
        <p:nvSpPr>
          <p:cNvPr id="714" name="Google Shape;714;p49">
            <a:extLst xmlns:a="http://schemas.openxmlformats.org/drawingml/2006/main">
              <a:ext uri="{FF2B5EF4-FFF2-40B4-BE49-F238E27FC236}">
                <a16:creationId xmlns:a16="http://schemas.microsoft.com/office/drawing/2014/main" id="{38482FD6-5C95-4FFD-A9D9-D7ACC784A25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24600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“Don’t plan for one predicted future. Prepare for every plausible one.”</a:t>
            </a:r>
            <a:endParaRPr/>
          </a:p>
        </p:txBody>
      </p:sp>
      <p:sp>
        <p:nvSpPr>
          <p:cNvPr id="715" name="Google Shape;715;p49">
            <a:extLst xmlns:a="http://schemas.openxmlformats.org/drawingml/2006/main">
              <a:ext uri="{FF2B5EF4-FFF2-40B4-BE49-F238E27FC236}">
                <a16:creationId xmlns:a16="http://schemas.microsoft.com/office/drawing/2014/main" id="{268C5904-C979-49E6-BBED-979BF07BE2D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815675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Also</a:t>
            </a:r>
            <a:endParaRPr sz="1000"/>
          </a:p>
        </p:txBody>
      </p:sp>
      <p:sp>
        <p:nvSpPr>
          <p:cNvPr id="716" name="Google Shape;716;p49">
            <a:extLst xmlns:a="http://schemas.openxmlformats.org/drawingml/2006/main">
              <a:ext uri="{FF2B5EF4-FFF2-40B4-BE49-F238E27FC236}">
                <a16:creationId xmlns:a16="http://schemas.microsoft.com/office/drawing/2014/main" id="{60156019-344E-4E97-AC7D-2732A3E1622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815675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“Prepare for the outbreak you don’t understand yet.”</a:t>
            </a:r>
            <a:endParaRPr/>
          </a:p>
        </p:txBody>
      </p:sp>
      <p:sp>
        <p:nvSpPr>
          <p:cNvPr id="717" name="Google Shape;717;p49">
            <a:extLst xmlns:a="http://schemas.openxmlformats.org/drawingml/2006/main">
              <a:ext uri="{FF2B5EF4-FFF2-40B4-BE49-F238E27FC236}">
                <a16:creationId xmlns:a16="http://schemas.microsoft.com/office/drawing/2014/main" id="{51FBF2D1-F30D-4B69-966B-52344BB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4320"/>
            <a:ext cx="3474600" cy="73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Public health and hospital teams remain in control.</a:t>
            </a:r>
            <a:endParaRPr sz="10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4337673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6" name="Google Shape;656;p48">
            <a:extLst xmlns:a="http://schemas.openxmlformats.org/drawingml/2006/main">
              <a:ext uri="{FF2B5EF4-FFF2-40B4-BE49-F238E27FC236}">
                <a16:creationId xmlns:a16="http://schemas.microsoft.com/office/drawing/2014/main" id="{BAAB7FAD-710E-4DEF-8405-92A79BF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7" name="Google Shape;657;p48">
            <a:extLst xmlns:a="http://schemas.openxmlformats.org/drawingml/2006/main">
              <a:ext uri="{FF2B5EF4-FFF2-40B4-BE49-F238E27FC236}">
                <a16:creationId xmlns:a16="http://schemas.microsoft.com/office/drawing/2014/main" id="{FD6FCD7B-7312-4AEB-B03E-7595651B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8" name="Google Shape;658;p48">
            <a:extLst xmlns:a="http://schemas.openxmlformats.org/drawingml/2006/main">
              <a:ext uri="{FF2B5EF4-FFF2-40B4-BE49-F238E27FC236}">
                <a16:creationId xmlns:a16="http://schemas.microsoft.com/office/drawing/2014/main" id="{27B4583B-62A7-417C-8726-9D4A49E1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59" name="Google Shape;659;p48">
            <a:extLst xmlns:a="http://schemas.openxmlformats.org/drawingml/2006/main">
              <a:ext uri="{FF2B5EF4-FFF2-40B4-BE49-F238E27FC236}">
                <a16:creationId xmlns:a16="http://schemas.microsoft.com/office/drawing/2014/main" id="{DFB255EA-CF2A-4690-B37D-BB8EDDDE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0" name="Google Shape;660;p48">
            <a:extLst xmlns:a="http://schemas.openxmlformats.org/drawingml/2006/main">
              <a:ext uri="{FF2B5EF4-FFF2-40B4-BE49-F238E27FC236}">
                <a16:creationId xmlns:a16="http://schemas.microsoft.com/office/drawing/2014/main" id="{2AD80A04-DE3E-48CE-898C-92BF9517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1" name="Google Shape;661;p48">
            <a:extLst xmlns:a="http://schemas.openxmlformats.org/drawingml/2006/main">
              <a:ext uri="{FF2B5EF4-FFF2-40B4-BE49-F238E27FC236}">
                <a16:creationId xmlns:a16="http://schemas.microsoft.com/office/drawing/2014/main" id="{2359CF37-2525-44BA-9682-764BC62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2" name="Google Shape;662;p48">
            <a:extLst xmlns:a="http://schemas.openxmlformats.org/drawingml/2006/main">
              <a:ext uri="{FF2B5EF4-FFF2-40B4-BE49-F238E27FC236}">
                <a16:creationId xmlns:a16="http://schemas.microsoft.com/office/drawing/2014/main" id="{177F97CA-D0AE-40F3-A022-E0562B36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3" name="Google Shape;663;p48">
            <a:extLst xmlns:a="http://schemas.openxmlformats.org/drawingml/2006/main">
              <a:ext uri="{FF2B5EF4-FFF2-40B4-BE49-F238E27FC236}">
                <a16:creationId xmlns:a16="http://schemas.microsoft.com/office/drawing/2014/main" id="{5E06274B-5FB4-4502-8D4A-7BB1C46F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4" name="Google Shape;664;p48">
            <a:extLst xmlns:a="http://schemas.openxmlformats.org/drawingml/2006/main">
              <a:ext uri="{FF2B5EF4-FFF2-40B4-BE49-F238E27FC236}">
                <a16:creationId xmlns:a16="http://schemas.microsoft.com/office/drawing/2014/main" id="{95F614F2-E8D4-42FD-A386-17AE79FF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5" name="Google Shape;665;p48">
            <a:extLst xmlns:a="http://schemas.openxmlformats.org/drawingml/2006/main">
              <a:ext uri="{FF2B5EF4-FFF2-40B4-BE49-F238E27FC236}">
                <a16:creationId xmlns:a16="http://schemas.microsoft.com/office/drawing/2014/main" id="{6DF85087-F2FE-4DFA-B1BE-3958006B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66" name="Google Shape;666;p48">
            <a:extLst xmlns:a="http://schemas.openxmlformats.org/drawingml/2006/main">
              <a:ext uri="{FF2B5EF4-FFF2-40B4-BE49-F238E27FC236}">
                <a16:creationId xmlns:a16="http://schemas.microsoft.com/office/drawing/2014/main" id="{7A0FE1B3-DFA6-41BF-B64D-48D69F5CB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5121000" cy="46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Measure model quality, privacy and usefulness</a:t>
            </a:r>
            <a:endParaRPr sz="1800"/>
          </a:p>
        </p:txBody>
      </p:sp>
      <p:sp>
        <p:nvSpPr>
          <p:cNvPr id="667" name="Google Shape;667;p48">
            <a:extLst xmlns:a="http://schemas.openxmlformats.org/drawingml/2006/main">
              <a:ext uri="{FF2B5EF4-FFF2-40B4-BE49-F238E27FC236}">
                <a16:creationId xmlns:a16="http://schemas.microsoft.com/office/drawing/2014/main" id="{55612469-8D53-47EB-91F4-09EEC745F3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Evaluation</a:t>
            </a:r>
            <a:endParaRPr/>
          </a:p>
        </p:txBody>
      </p:sp>
      <p:sp>
        <p:nvSpPr>
          <p:cNvPr id="668" name="Google Shape;668;p48">
            <a:extLst xmlns:a="http://schemas.openxmlformats.org/drawingml/2006/main">
              <a:ext uri="{FF2B5EF4-FFF2-40B4-BE49-F238E27FC236}">
                <a16:creationId xmlns:a16="http://schemas.microsoft.com/office/drawing/2014/main" id="{27924969-2C77-4F48-AB99-5545C32AF72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37000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/>
          </a:p>
        </p:txBody>
      </p:sp>
      <p:sp>
        <p:nvSpPr>
          <p:cNvPr id="669" name="Google Shape;669;p48">
            <a:extLst xmlns:a="http://schemas.openxmlformats.org/drawingml/2006/main">
              <a:ext uri="{FF2B5EF4-FFF2-40B4-BE49-F238E27FC236}">
                <a16:creationId xmlns:a16="http://schemas.microsoft.com/office/drawing/2014/main" id="{0A8E5571-1033-4166-AA27-C905B5AAFF52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7000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</a:t>
            </a:r>
            <a:endParaRPr/>
          </a:p>
        </p:txBody>
      </p:sp>
      <p:sp>
        <p:nvSpPr>
          <p:cNvPr id="670" name="Google Shape;670;p48">
            <a:extLst xmlns:a="http://schemas.openxmlformats.org/drawingml/2006/main">
              <a:ext uri="{FF2B5EF4-FFF2-40B4-BE49-F238E27FC236}">
                <a16:creationId xmlns:a16="http://schemas.microsoft.com/office/drawing/2014/main" id="{F0A61981-8497-4716-8A43-1A72066B528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28175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  <a:endParaRPr/>
          </a:p>
        </p:txBody>
      </p:sp>
      <p:sp>
        <p:nvSpPr>
          <p:cNvPr id="671" name="Google Shape;671;p48">
            <a:extLst xmlns:a="http://schemas.openxmlformats.org/drawingml/2006/main">
              <a:ext uri="{FF2B5EF4-FFF2-40B4-BE49-F238E27FC236}">
                <a16:creationId xmlns:a16="http://schemas.microsoft.com/office/drawing/2014/main" id="{5998A3F8-037C-4712-9F42-F58048A17D1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028175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</a:t>
            </a:r>
            <a:endParaRPr/>
          </a:p>
        </p:txBody>
      </p:sp>
      <p:sp>
        <p:nvSpPr>
          <p:cNvPr id="672" name="Google Shape;672;p48">
            <a:extLst xmlns:a="http://schemas.openxmlformats.org/drawingml/2006/main">
              <a:ext uri="{FF2B5EF4-FFF2-40B4-BE49-F238E27FC236}">
                <a16:creationId xmlns:a16="http://schemas.microsoft.com/office/drawing/2014/main" id="{592FB063-594C-4285-9E35-34A8E1D2CA8B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546000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Detection: cluster precision / recall / F1.</a:t>
            </a:r>
            <a:endParaRPr sz="1200"/>
          </a:p>
        </p:txBody>
      </p:sp>
      <p:sp>
        <p:nvSpPr>
          <p:cNvPr id="673" name="Google Shape;673;p48">
            <a:extLst xmlns:a="http://schemas.openxmlformats.org/drawingml/2006/main">
              <a:ext uri="{FF2B5EF4-FFF2-40B4-BE49-F238E27FC236}">
                <a16:creationId xmlns:a16="http://schemas.microsoft.com/office/drawing/2014/main" id="{39CF3A14-A4AE-439C-BC69-E12F1F8F4CF2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546000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Inference: calibration and posterior coverage.</a:t>
            </a:r>
            <a:endParaRPr sz="1100"/>
          </a:p>
        </p:txBody>
      </p:sp>
      <p:sp>
        <p:nvSpPr>
          <p:cNvPr id="674" name="Google Shape;674;p48">
            <a:extLst xmlns:a="http://schemas.openxmlformats.org/drawingml/2006/main">
              <a:ext uri="{FF2B5EF4-FFF2-40B4-BE49-F238E27FC236}">
                <a16:creationId xmlns:a16="http://schemas.microsoft.com/office/drawing/2014/main" id="{F405383C-5976-4290-B496-06F6ADD00F5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937175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Forecast + hospital: MAE / RMSE / CRPS; overload prediction error.</a:t>
            </a:r>
            <a:endParaRPr sz="1200"/>
          </a:p>
        </p:txBody>
      </p:sp>
      <p:sp>
        <p:nvSpPr>
          <p:cNvPr id="675" name="Google Shape;675;p48">
            <a:extLst xmlns:a="http://schemas.openxmlformats.org/drawingml/2006/main">
              <a:ext uri="{FF2B5EF4-FFF2-40B4-BE49-F238E27FC236}">
                <a16:creationId xmlns:a16="http://schemas.microsoft.com/office/drawing/2014/main" id="{B5405C16-EC7C-417D-98F8-D21C98CC7744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937175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Preparedness: share of plausible futures where the plan meets targets.</a:t>
            </a:r>
            <a:endParaRPr sz="1200"/>
          </a:p>
        </p:txBody>
      </p:sp>
      <p:sp>
        <p:nvSpPr>
          <p:cNvPr id="676" name="Google Shape;676;p48">
            <a:extLst xmlns:a="http://schemas.openxmlformats.org/drawingml/2006/main">
              <a:ext uri="{FF2B5EF4-FFF2-40B4-BE49-F238E27FC236}">
                <a16:creationId xmlns:a16="http://schemas.microsoft.com/office/drawing/2014/main" id="{FF0F9864-3FE5-404A-91A1-9B67286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77" name="Google Shape;677;p48">
            <a:extLst xmlns:a="http://schemas.openxmlformats.org/drawingml/2006/main">
              <a:ext uri="{FF2B5EF4-FFF2-40B4-BE49-F238E27FC236}">
                <a16:creationId xmlns:a16="http://schemas.microsoft.com/office/drawing/2014/main" id="{D1E84701-8EE7-48FA-A1F9-9298F4C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"/>
            <a:ext cx="278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i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Offline tests first; live monitoring after approval.</a:t>
            </a:r>
            <a:endParaRPr sz="900" i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78" name="Google Shape;678;p48">
            <a:extLst xmlns:a="http://schemas.openxmlformats.org/drawingml/2006/main">
              <a:ext uri="{FF2B5EF4-FFF2-40B4-BE49-F238E27FC236}">
                <a16:creationId xmlns:a16="http://schemas.microsoft.com/office/drawing/2014/main" id="{510A529F-20C8-48A0-A99D-F88A404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407408"/>
            <a:ext cx="80466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PII precision / recall • attack risk • time-to-care • runtime / scale</a:t>
            </a:r>
            <a:endParaRPr sz="12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479629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4" name="Google Shape;574;p45">
            <a:extLst xmlns:a="http://schemas.openxmlformats.org/drawingml/2006/main">
              <a:ext uri="{FF2B5EF4-FFF2-40B4-BE49-F238E27FC236}">
                <a16:creationId xmlns:a16="http://schemas.microsoft.com/office/drawing/2014/main" id="{D6F935F3-66E8-4FE5-85F8-CEC5F34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5" name="Google Shape;575;p45">
            <a:extLst xmlns:a="http://schemas.openxmlformats.org/drawingml/2006/main">
              <a:ext uri="{FF2B5EF4-FFF2-40B4-BE49-F238E27FC236}">
                <a16:creationId xmlns:a16="http://schemas.microsoft.com/office/drawing/2014/main" id="{50CE71D3-031C-4CE8-8BB7-42AD3B2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1565850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6" name="Google Shape;576;p45">
            <a:extLst xmlns:a="http://schemas.openxmlformats.org/drawingml/2006/main">
              <a:ext uri="{FF2B5EF4-FFF2-40B4-BE49-F238E27FC236}">
                <a16:creationId xmlns:a16="http://schemas.microsoft.com/office/drawing/2014/main" id="{0FBE154D-6B93-45ED-855E-C65EF44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00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7" name="Google Shape;577;p45">
            <a:extLst xmlns:a="http://schemas.openxmlformats.org/drawingml/2006/main">
              <a:ext uri="{FF2B5EF4-FFF2-40B4-BE49-F238E27FC236}">
                <a16:creationId xmlns:a16="http://schemas.microsoft.com/office/drawing/2014/main" id="{E190B176-94AA-458B-8BE5-8C14259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8" name="Google Shape;578;p45">
            <a:extLst xmlns:a="http://schemas.openxmlformats.org/drawingml/2006/main">
              <a:ext uri="{FF2B5EF4-FFF2-40B4-BE49-F238E27FC236}">
                <a16:creationId xmlns:a16="http://schemas.microsoft.com/office/drawing/2014/main" id="{F6F6A1AB-D022-4601-971B-EAD64B4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75" y="3046375"/>
            <a:ext cx="2947500" cy="1285500"/>
          </a:xfrm>
          <a:prstGeom xmlns:a="http://schemas.openxmlformats.org/drawingml/2006/main" prst="snip1Rect">
            <a:avLst>
              <a:gd name="adj" fmla="val 1858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79" name="Google Shape;579;p45">
            <a:extLst xmlns:a="http://schemas.openxmlformats.org/drawingml/2006/main">
              <a:ext uri="{FF2B5EF4-FFF2-40B4-BE49-F238E27FC236}">
                <a16:creationId xmlns:a16="http://schemas.microsoft.com/office/drawing/2014/main" id="{7B355FA3-0F19-46CA-8261-F2AC507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00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0" name="Google Shape;580;p45">
            <a:extLst xmlns:a="http://schemas.openxmlformats.org/drawingml/2006/main">
              <a:ext uri="{FF2B5EF4-FFF2-40B4-BE49-F238E27FC236}">
                <a16:creationId xmlns:a16="http://schemas.microsoft.com/office/drawing/2014/main" id="{48FA4F5F-92B4-4EEC-A69D-12DACE26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3046375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1" name="Google Shape;581;p45">
            <a:extLst xmlns:a="http://schemas.openxmlformats.org/drawingml/2006/main">
              <a:ext uri="{FF2B5EF4-FFF2-40B4-BE49-F238E27FC236}">
                <a16:creationId xmlns:a16="http://schemas.microsoft.com/office/drawing/2014/main" id="{1933A04D-C00B-4D50-B2F4-4E1CF97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375" y="1572600"/>
            <a:ext cx="711900" cy="1272000"/>
          </a:xfrm>
          <a:prstGeom xmlns:a="http://schemas.openxmlformats.org/drawingml/2006/main" prst="snip2DiagRect">
            <a:avLst>
              <a:gd name="adj1" fmla="val 0"/>
              <a:gd name="adj2" fmla="val 4029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2" name="Google Shape;582;p45">
            <a:extLst xmlns:a="http://schemas.openxmlformats.org/drawingml/2006/main">
              <a:ext uri="{FF2B5EF4-FFF2-40B4-BE49-F238E27FC236}">
                <a16:creationId xmlns:a16="http://schemas.microsoft.com/office/drawing/2014/main" id="{3EDB9B77-33A7-4AE9-9717-0C5516C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3" name="Google Shape;583;p45">
            <a:extLst xmlns:a="http://schemas.openxmlformats.org/drawingml/2006/main">
              <a:ext uri="{FF2B5EF4-FFF2-40B4-BE49-F238E27FC236}">
                <a16:creationId xmlns:a16="http://schemas.microsoft.com/office/drawing/2014/main" id="{DB1122A7-7A82-4B00-8D82-1E36E53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84" name="Google Shape;584;p45">
            <a:extLst xmlns:a="http://schemas.openxmlformats.org/drawingml/2006/main">
              <a:ext uri="{FF2B5EF4-FFF2-40B4-BE49-F238E27FC236}">
                <a16:creationId xmlns:a16="http://schemas.microsoft.com/office/drawing/2014/main" id="{60DCC2FC-5C4B-434A-9430-657D1DDED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5121000" cy="46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Start small with public data and a synthetic city</a:t>
            </a:r>
            <a:endParaRPr/>
          </a:p>
        </p:txBody>
      </p:sp>
      <p:sp>
        <p:nvSpPr>
          <p:cNvPr id="585" name="Google Shape;585;p45">
            <a:extLst xmlns:a="http://schemas.openxmlformats.org/drawingml/2006/main">
              <a:ext uri="{FF2B5EF4-FFF2-40B4-BE49-F238E27FC236}">
                <a16:creationId xmlns:a16="http://schemas.microsoft.com/office/drawing/2014/main" id="{361499F7-3802-4CC6-AC83-09F20CBE0D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Feasibility + tech stack</a:t>
            </a:r>
            <a:endParaRPr/>
          </a:p>
        </p:txBody>
      </p:sp>
      <p:sp>
        <p:nvSpPr>
          <p:cNvPr id="586" name="Google Shape;586;p45">
            <a:extLst xmlns:a="http://schemas.openxmlformats.org/drawingml/2006/main">
              <a:ext uri="{FF2B5EF4-FFF2-40B4-BE49-F238E27FC236}">
                <a16:creationId xmlns:a16="http://schemas.microsoft.com/office/drawing/2014/main" id="{DC5044B8-888E-4C04-ADA3-D39A4313ED0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637000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/>
          </a:p>
        </p:txBody>
      </p:sp>
      <p:sp>
        <p:nvSpPr>
          <p:cNvPr id="587" name="Google Shape;587;p45">
            <a:extLst xmlns:a="http://schemas.openxmlformats.org/drawingml/2006/main">
              <a:ext uri="{FF2B5EF4-FFF2-40B4-BE49-F238E27FC236}">
                <a16:creationId xmlns:a16="http://schemas.microsoft.com/office/drawing/2014/main" id="{F7C1DE8D-4625-4D3E-9356-552D66FF2E5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37000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</a:t>
            </a:r>
            <a:endParaRPr/>
          </a:p>
        </p:txBody>
      </p:sp>
      <p:sp>
        <p:nvSpPr>
          <p:cNvPr id="588" name="Google Shape;588;p45">
            <a:extLst xmlns:a="http://schemas.openxmlformats.org/drawingml/2006/main">
              <a:ext uri="{FF2B5EF4-FFF2-40B4-BE49-F238E27FC236}">
                <a16:creationId xmlns:a16="http://schemas.microsoft.com/office/drawing/2014/main" id="{7782B297-AC6F-44FC-9263-655424411C1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28175" y="1820550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  <a:endParaRPr/>
          </a:p>
        </p:txBody>
      </p:sp>
      <p:sp>
        <p:nvSpPr>
          <p:cNvPr id="589" name="Google Shape;589;p45">
            <a:extLst xmlns:a="http://schemas.openxmlformats.org/drawingml/2006/main">
              <a:ext uri="{FF2B5EF4-FFF2-40B4-BE49-F238E27FC236}">
                <a16:creationId xmlns:a16="http://schemas.microsoft.com/office/drawing/2014/main" id="{655DF21F-EC1E-4E19-B328-F55D7EFCEA1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5028175" y="3294325"/>
            <a:ext cx="702300" cy="77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</a:t>
            </a:r>
            <a:endParaRPr/>
          </a:p>
        </p:txBody>
      </p:sp>
      <p:sp>
        <p:nvSpPr>
          <p:cNvPr id="590" name="Google Shape;590;p45">
            <a:extLst xmlns:a="http://schemas.openxmlformats.org/drawingml/2006/main">
              <a:ext uri="{FF2B5EF4-FFF2-40B4-BE49-F238E27FC236}">
                <a16:creationId xmlns:a16="http://schemas.microsoft.com/office/drawing/2014/main" id="{5FFEAE6D-3C72-49FD-9C74-CBF33AD3E35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546000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Data: FHIR / HL7 adapters; approved aggregate feeds.</a:t>
            </a:r>
            <a:endParaRPr sz="1300"/>
          </a:p>
        </p:txBody>
      </p:sp>
      <p:sp>
        <p:nvSpPr>
          <p:cNvPr id="591" name="Google Shape;591;p45">
            <a:extLst xmlns:a="http://schemas.openxmlformats.org/drawingml/2006/main">
              <a:ext uri="{FF2B5EF4-FFF2-40B4-BE49-F238E27FC236}">
                <a16:creationId xmlns:a16="http://schemas.microsoft.com/office/drawing/2014/main" id="{795CA48F-DFC5-468F-84BE-D401B0C51E0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1546000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AI: Python, PyTorch / scikit-learn, FastAPI.</a:t>
            </a:r>
            <a:endParaRPr sz="1300"/>
          </a:p>
        </p:txBody>
      </p:sp>
      <p:sp>
        <p:nvSpPr>
          <p:cNvPr id="592" name="Google Shape;592;p45">
            <a:extLst xmlns:a="http://schemas.openxmlformats.org/drawingml/2006/main">
              <a:ext uri="{FF2B5EF4-FFF2-40B4-BE49-F238E27FC236}">
                <a16:creationId xmlns:a16="http://schemas.microsoft.com/office/drawing/2014/main" id="{DD964965-643C-4B36-9821-64B03A60F82E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937175" y="1807825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Twin: census-based population; SEIR / agent-based engine.</a:t>
            </a:r>
            <a:endParaRPr sz="1300"/>
          </a:p>
        </p:txBody>
      </p:sp>
      <p:sp>
        <p:nvSpPr>
          <p:cNvPr id="593" name="Google Shape;593;p45">
            <a:extLst xmlns:a="http://schemas.openxmlformats.org/drawingml/2006/main">
              <a:ext uri="{FF2B5EF4-FFF2-40B4-BE49-F238E27FC236}">
                <a16:creationId xmlns:a16="http://schemas.microsoft.com/office/drawing/2014/main" id="{A2459A9C-A9D3-421E-8F64-9FBEA1342BAE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937175" y="3288350"/>
            <a:ext cx="24777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/>
              <a:t>Platform: PostgreSQL, Docker, access controls and audit logs.</a:t>
            </a:r>
            <a:endParaRPr sz="1300"/>
          </a:p>
        </p:txBody>
      </p:sp>
      <p:sp>
        <p:nvSpPr>
          <p:cNvPr id="594" name="Google Shape;594;p45">
            <a:extLst xmlns:a="http://schemas.openxmlformats.org/drawingml/2006/main">
              <a:ext uri="{FF2B5EF4-FFF2-40B4-BE49-F238E27FC236}">
                <a16:creationId xmlns:a16="http://schemas.microsoft.com/office/drawing/2014/main" id="{3036DFCE-40E9-4EB0-8582-F033DA0B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95" name="Google Shape;595;p45">
            <a:extLst xmlns:a="http://schemas.openxmlformats.org/drawingml/2006/main">
              <a:ext uri="{FF2B5EF4-FFF2-40B4-BE49-F238E27FC236}">
                <a16:creationId xmlns:a16="http://schemas.microsoft.com/office/drawing/2014/main" id="{8ABADDA2-9A96-42C9-9EA8-67A64FD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74320"/>
            <a:ext cx="2788800" cy="548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Prototype: one zone • four hospitals • one syndrome</a:t>
            </a:r>
            <a:endParaRPr sz="11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596" name="Google Shape;596;p45">
            <a:extLst xmlns:a="http://schemas.openxmlformats.org/drawingml/2006/main">
              <a:ext uri="{FF2B5EF4-FFF2-40B4-BE49-F238E27FC236}">
                <a16:creationId xmlns:a16="http://schemas.microsoft.com/office/drawing/2014/main" id="{16E8C0A9-AF6F-4423-85F9-6104288B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407408"/>
            <a:ext cx="80466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Scale after privacy, calibration and decision usefulness are validated.</a:t>
            </a:r>
            <a:endParaRPr sz="11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44503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2" name="Google Shape;601;p46"/>
          <p:cNvCxnSpPr/>
          <p:nvPr/>
        </p:nvCxnSpPr>
        <p:spPr>
          <a:xfrm xmlns:a="http://schemas.openxmlformats.org/drawingml/2006/main" flipH="1">
            <a:off x="45275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3" name="Google Shape;602;p46"/>
          <p:cNvCxnSpPr/>
          <p:nvPr/>
        </p:nvCxnSpPr>
        <p:spPr>
          <a:xfrm xmlns:a="http://schemas.openxmlformats.org/drawingml/2006/main" flipH="1">
            <a:off x="45300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4" name="Google Shape;603;p46"/>
          <p:cNvCxnSpPr/>
          <p:nvPr/>
        </p:nvCxnSpPr>
        <p:spPr>
          <a:xfrm xmlns:a="http://schemas.openxmlformats.org/drawingml/2006/main" flipH="1">
            <a:off x="6729263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" name="Google Shape;604;p46"/>
          <p:cNvCxnSpPr/>
          <p:nvPr/>
        </p:nvCxnSpPr>
        <p:spPr>
          <a:xfrm xmlns:a="http://schemas.openxmlformats.org/drawingml/2006/main" flipH="1">
            <a:off x="6731738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05;p46"/>
          <p:cNvCxnSpPr/>
          <p:nvPr/>
        </p:nvCxnSpPr>
        <p:spPr>
          <a:xfrm xmlns:a="http://schemas.openxmlformats.org/drawingml/2006/main" flipH="1">
            <a:off x="2329675" y="4174625"/>
            <a:ext cx="2271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06;p46"/>
          <p:cNvCxnSpPr/>
          <p:nvPr/>
        </p:nvCxnSpPr>
        <p:spPr>
          <a:xfrm xmlns:a="http://schemas.openxmlformats.org/drawingml/2006/main" flipH="1">
            <a:off x="2332150" y="2092075"/>
            <a:ext cx="2262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7" name="Google Shape;607;p46">
            <a:extLst xmlns:a="http://schemas.openxmlformats.org/drawingml/2006/main">
              <a:ext uri="{FF2B5EF4-FFF2-40B4-BE49-F238E27FC236}">
                <a16:creationId xmlns:a16="http://schemas.microsoft.com/office/drawing/2014/main" id="{2F154130-B0FE-4B8D-AD13-689B2F8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08" name="Google Shape;608;p46">
            <a:extLst xmlns:a="http://schemas.openxmlformats.org/drawingml/2006/main">
              <a:ext uri="{FF2B5EF4-FFF2-40B4-BE49-F238E27FC236}">
                <a16:creationId xmlns:a16="http://schemas.microsoft.com/office/drawing/2014/main" id="{9876ADDD-8B95-4C10-A4B7-24FC68C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2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09" name="Google Shape;609;p46">
            <a:extLst xmlns:a="http://schemas.openxmlformats.org/drawingml/2006/main">
              <a:ext uri="{FF2B5EF4-FFF2-40B4-BE49-F238E27FC236}">
                <a16:creationId xmlns:a16="http://schemas.microsoft.com/office/drawing/2014/main" id="{07B7EC2D-9D78-4683-BD2E-DE977EF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25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0" name="Google Shape;610;p46">
            <a:extLst xmlns:a="http://schemas.openxmlformats.org/drawingml/2006/main">
              <a:ext uri="{FF2B5EF4-FFF2-40B4-BE49-F238E27FC236}">
                <a16:creationId xmlns:a16="http://schemas.microsoft.com/office/drawing/2014/main" id="{95146DA2-0B32-47FC-B130-3709FB4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699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1" name="Google Shape;611;p46">
            <a:extLst xmlns:a="http://schemas.openxmlformats.org/drawingml/2006/main">
              <a:ext uri="{FF2B5EF4-FFF2-40B4-BE49-F238E27FC236}">
                <a16:creationId xmlns:a16="http://schemas.microsoft.com/office/drawing/2014/main" id="{B2B176CD-479C-4E65-8720-7A7A858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860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2" name="Google Shape;612;p46">
            <a:extLst xmlns:a="http://schemas.openxmlformats.org/drawingml/2006/main">
              <a:ext uri="{FF2B5EF4-FFF2-40B4-BE49-F238E27FC236}">
                <a16:creationId xmlns:a16="http://schemas.microsoft.com/office/drawing/2014/main" id="{F5D03540-B95D-42C5-8ADD-3AAF06C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34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613" name="Google Shape;613;p46">
            <a:extLst xmlns:a="http://schemas.openxmlformats.org/drawingml/2006/main">
              <a:ext uri="{FF2B5EF4-FFF2-40B4-BE49-F238E27FC236}">
                <a16:creationId xmlns:a16="http://schemas.microsoft.com/office/drawing/2014/main" id="{0650312C-1E73-4F5A-964B-8AE05BF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54" y="2088675"/>
            <a:ext cx="1965900" cy="24159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00" tIns="91425" rIns="45700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marR="27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14" name="Google Shape;614;p46">
            <a:extLst xmlns:a="http://schemas.openxmlformats.org/drawingml/2006/main">
              <a:ext uri="{FF2B5EF4-FFF2-40B4-BE49-F238E27FC236}">
                <a16:creationId xmlns:a16="http://schemas.microsoft.com/office/drawing/2014/main" id="{8589FBD9-7A3D-42B1-9CB0-A3BE5B4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28" y="1810925"/>
            <a:ext cx="1776300" cy="2766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cxnSp>
        <p:nvCxnSpPr>
          <p:cNvPr id="646" name="Google Shape;615;p46"/>
          <p:cNvCxnSpPr/>
          <p:nvPr/>
        </p:nvCxnSpPr>
        <p:spPr>
          <a:xfrm xmlns:a="http://schemas.openxmlformats.org/drawingml/2006/main" flipH="1">
            <a:off x="67" y="4174625"/>
            <a:ext cx="3579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16;p46"/>
          <p:cNvCxnSpPr/>
          <p:nvPr/>
        </p:nvCxnSpPr>
        <p:spPr>
          <a:xfrm xmlns:a="http://schemas.openxmlformats.org/drawingml/2006/main" flipH="1">
            <a:off x="4050" y="2092075"/>
            <a:ext cx="3564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17;p46"/>
          <p:cNvCxnSpPr/>
          <p:nvPr/>
        </p:nvCxnSpPr>
        <p:spPr>
          <a:xfrm xmlns:a="http://schemas.openxmlformats.org/drawingml/2006/main" flipH="1">
            <a:off x="8933383" y="4174625"/>
            <a:ext cx="225600" cy="330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18;p46"/>
          <p:cNvCxnSpPr/>
          <p:nvPr/>
        </p:nvCxnSpPr>
        <p:spPr>
          <a:xfrm xmlns:a="http://schemas.openxmlformats.org/drawingml/2006/main" flipH="1">
            <a:off x="8935847" y="2092075"/>
            <a:ext cx="224700" cy="322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46">
            <a:extLst xmlns:a="http://schemas.openxmlformats.org/drawingml/2006/main">
              <a:ext uri="{FF2B5EF4-FFF2-40B4-BE49-F238E27FC236}">
                <a16:creationId xmlns:a16="http://schemas.microsoft.com/office/drawing/2014/main" id="{CF18C409-2CA4-4AD8-9D9D-0200B57D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0" name="Google Shape;620;p46">
            <a:extLst xmlns:a="http://schemas.openxmlformats.org/drawingml/2006/main">
              <a:ext uri="{FF2B5EF4-FFF2-40B4-BE49-F238E27FC236}">
                <a16:creationId xmlns:a16="http://schemas.microsoft.com/office/drawing/2014/main" id="{5B909BD2-C4D7-411E-90B7-26178109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21" name="Google Shape;621;p46">
            <a:extLst xmlns:a="http://schemas.openxmlformats.org/drawingml/2006/main">
              <a:ext uri="{FF2B5EF4-FFF2-40B4-BE49-F238E27FC236}">
                <a16:creationId xmlns:a16="http://schemas.microsoft.com/office/drawing/2014/main" id="{822CA5C8-6768-402A-8E95-6B4CFCB1F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724825"/>
            <a:ext cx="40158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From an abnormal cluster to a robust plan</a:t>
            </a:r>
            <a:endParaRPr/>
          </a:p>
        </p:txBody>
      </p:sp>
      <p:sp>
        <p:nvSpPr>
          <p:cNvPr id="622" name="Google Shape;622;p46">
            <a:extLst xmlns:a="http://schemas.openxmlformats.org/drawingml/2006/main">
              <a:ext uri="{FF2B5EF4-FFF2-40B4-BE49-F238E27FC236}">
                <a16:creationId xmlns:a16="http://schemas.microsoft.com/office/drawing/2014/main" id="{EB16989D-A4B3-4951-BEC4-B2E68BE7CA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952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1. Detect</a:t>
            </a:r>
            <a:endParaRPr/>
          </a:p>
        </p:txBody>
      </p:sp>
      <p:sp>
        <p:nvSpPr>
          <p:cNvPr id="623" name="Google Shape;623;p46">
            <a:extLst xmlns:a="http://schemas.openxmlformats.org/drawingml/2006/main">
              <a:ext uri="{FF2B5EF4-FFF2-40B4-BE49-F238E27FC236}">
                <a16:creationId xmlns:a16="http://schemas.microsoft.com/office/drawing/2014/main" id="{8771BEF8-87A8-4BE6-9803-E4664CD36F7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427475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2. Infer</a:t>
            </a:r>
            <a:endParaRPr/>
          </a:p>
        </p:txBody>
      </p:sp>
      <p:sp>
        <p:nvSpPr>
          <p:cNvPr id="624" name="Google Shape;624;p46">
            <a:extLst xmlns:a="http://schemas.openxmlformats.org/drawingml/2006/main">
              <a:ext uri="{FF2B5EF4-FFF2-40B4-BE49-F238E27FC236}">
                <a16:creationId xmlns:a16="http://schemas.microsoft.com/office/drawing/2014/main" id="{32ECF236-28D7-4268-9177-B0A6E75E87E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22700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3. Simulate</a:t>
            </a:r>
            <a:endParaRPr/>
          </a:p>
        </p:txBody>
      </p:sp>
      <p:sp>
        <p:nvSpPr>
          <p:cNvPr id="625" name="Google Shape;625;p46">
            <a:extLst xmlns:a="http://schemas.openxmlformats.org/drawingml/2006/main">
              <a:ext uri="{FF2B5EF4-FFF2-40B4-BE49-F238E27FC236}">
                <a16:creationId xmlns:a16="http://schemas.microsoft.com/office/drawing/2014/main" id="{BD0E162A-04F2-41AB-916A-CA81DE09EB6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813656" y="1803875"/>
            <a:ext cx="1776300" cy="2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4. Recommend</a:t>
            </a:r>
            <a:endParaRPr/>
          </a:p>
        </p:txBody>
      </p:sp>
      <p:sp>
        <p:nvSpPr>
          <p:cNvPr id="626" name="Google Shape;626;p46">
            <a:extLst xmlns:a="http://schemas.openxmlformats.org/drawingml/2006/main">
              <a:ext uri="{FF2B5EF4-FFF2-40B4-BE49-F238E27FC236}">
                <a16:creationId xmlns:a16="http://schemas.microsoft.com/office/drawing/2014/main" id="{578534BF-2E80-47DF-8C3D-BFAFED8BC5C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61325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Four hospitals show an unusual febrile-respiratory pattern.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flags an abnormal cluster.</a:t>
            </a:r>
          </a:p>
        </p:txBody>
      </p:sp>
      <p:sp>
        <p:nvSpPr>
          <p:cNvPr id="627" name="Google Shape;627;p46">
            <a:extLst xmlns:a="http://schemas.openxmlformats.org/drawingml/2006/main">
              <a:ext uri="{FF2B5EF4-FFF2-40B4-BE49-F238E27FC236}">
                <a16:creationId xmlns:a16="http://schemas.microsoft.com/office/drawing/2014/main" id="{7F1A3FD8-0F63-4CF4-90D7-49D0178226E4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57388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Several plausible spread and severity models are inferred.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Uncertainty stays explicit.</a:t>
            </a:r>
          </a:p>
        </p:txBody>
      </p:sp>
      <p:sp>
        <p:nvSpPr>
          <p:cNvPr id="628" name="Google Shape;628;p46">
            <a:extLst xmlns:a="http://schemas.openxmlformats.org/drawingml/2006/main">
              <a:ext uri="{FF2B5EF4-FFF2-40B4-BE49-F238E27FC236}">
                <a16:creationId xmlns:a16="http://schemas.microsoft.com/office/drawing/2014/main" id="{2A127681-76ED-4B00-BD2B-C4F33DF0EAF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95841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Generate 100–250 futures; Hospital B approaches overload.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figures are illustrative.</a:t>
            </a:r>
          </a:p>
        </p:txBody>
      </p:sp>
      <p:sp>
        <p:nvSpPr>
          <p:cNvPr id="629" name="Google Shape;629;p46">
            <a:extLst xmlns:a="http://schemas.openxmlformats.org/drawingml/2006/main">
              <a:ext uri="{FF2B5EF4-FFF2-40B4-BE49-F238E27FC236}">
                <a16:creationId xmlns:a16="http://schemas.microsoft.com/office/drawing/2014/main" id="{1F4FF21A-1BFB-4DCA-8A83-26BB5B77E38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46863" y="2353450"/>
            <a:ext cx="1566600" cy="182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 four response strategies and select the best worst-case performer.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trade-offs; no live performance is claimed.</a:t>
            </a:r>
          </a:p>
        </p:txBody>
      </p:sp>
      <p:sp>
        <p:nvSpPr>
          <p:cNvPr id="630" name="Google Shape;630;p46">
            <a:extLst xmlns:a="http://schemas.openxmlformats.org/drawingml/2006/main">
              <a:ext uri="{FF2B5EF4-FFF2-40B4-BE49-F238E27FC236}">
                <a16:creationId xmlns:a16="http://schemas.microsoft.com/office/drawing/2014/main" id="{A0DCC8B7-2ECC-4A73-AD8C-E3FA049CA859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09600" y="457200"/>
            <a:ext cx="4015800" cy="26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Demo flow</a:t>
            </a:r>
            <a:endParaRPr/>
          </a:p>
        </p:txBody>
      </p:sp>
      <p:sp>
        <p:nvSpPr>
          <p:cNvPr id="631" name="Google Shape;631;p46">
            <a:extLst xmlns:a="http://schemas.openxmlformats.org/drawingml/2006/main">
              <a:ext uri="{FF2B5EF4-FFF2-40B4-BE49-F238E27FC236}">
                <a16:creationId xmlns:a16="http://schemas.microsoft.com/office/drawing/2014/main" id="{F5C1BF86-D52D-47E7-B6FB-5398EAA2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9582258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3" name="Google Shape;683;p49">
            <a:extLst xmlns:a="http://schemas.openxmlformats.org/drawingml/2006/main">
              <a:ext uri="{FF2B5EF4-FFF2-40B4-BE49-F238E27FC236}">
                <a16:creationId xmlns:a16="http://schemas.microsoft.com/office/drawing/2014/main" id="{6A6306B9-AF86-48B9-ACFB-B2C6174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50" y="1505700"/>
            <a:ext cx="28341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19" name="Google Shape;684;p49"/>
          <p:cNvCxnSpPr/>
          <p:nvPr/>
        </p:nvCxnSpPr>
        <p:spPr>
          <a:xfrm xmlns:a="http://schemas.openxmlformats.org/drawingml/2006/main">
            <a:off x="6084702" y="1505300"/>
            <a:ext cx="0" cy="1446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p49">
            <a:extLst xmlns:a="http://schemas.openxmlformats.org/drawingml/2006/main">
              <a:ext uri="{FF2B5EF4-FFF2-40B4-BE49-F238E27FC236}">
                <a16:creationId xmlns:a16="http://schemas.microsoft.com/office/drawing/2014/main" id="{1941A0C9-F8D2-450B-9674-E673F9E1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00" y="1505525"/>
            <a:ext cx="2828100" cy="17403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86" name="Google Shape;686;p49">
            <a:extLst xmlns:a="http://schemas.openxmlformats.org/drawingml/2006/main">
              <a:ext uri="{FF2B5EF4-FFF2-40B4-BE49-F238E27FC236}">
                <a16:creationId xmlns:a16="http://schemas.microsoft.com/office/drawing/2014/main" id="{FDDB4D79-2FD9-4AC4-92BD-948C5D4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100" y="1505700"/>
            <a:ext cx="2841300" cy="1732800"/>
          </a:xfrm>
          <a:prstGeom xmlns:a="http://schemas.openxmlformats.org/drawingml/2006/main" prst="snip2DiagRect">
            <a:avLst>
              <a:gd name="adj1" fmla="val 0"/>
              <a:gd name="adj2" fmla="val 16667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2" name="Google Shape;687;p49"/>
          <p:cNvCxnSpPr/>
          <p:nvPr/>
        </p:nvCxnSpPr>
        <p:spPr>
          <a:xfrm xmlns:a="http://schemas.openxmlformats.org/drawingml/2006/main" flipH="1">
            <a:off x="3051950" y="1507225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3" name="Google Shape;688;p49"/>
          <p:cNvCxnSpPr/>
          <p:nvPr/>
        </p:nvCxnSpPr>
        <p:spPr>
          <a:xfrm xmlns:a="http://schemas.openxmlformats.org/drawingml/2006/main" flipH="1">
            <a:off x="5978613" y="1507225"/>
            <a:ext cx="100800" cy="2955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4" name="Google Shape;689;p49"/>
          <p:cNvCxnSpPr/>
          <p:nvPr/>
        </p:nvCxnSpPr>
        <p:spPr>
          <a:xfrm xmlns:a="http://schemas.openxmlformats.org/drawingml/2006/main" flipH="1">
            <a:off x="-50" y="1507225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0" name="Google Shape;690;p49">
            <a:extLst xmlns:a="http://schemas.openxmlformats.org/drawingml/2006/main">
              <a:ext uri="{FF2B5EF4-FFF2-40B4-BE49-F238E27FC236}">
                <a16:creationId xmlns:a16="http://schemas.microsoft.com/office/drawing/2014/main" id="{232B079E-E58B-4300-9A5D-4BE5C92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75" y="3337800"/>
            <a:ext cx="4294800" cy="937200"/>
          </a:xfrm>
          <a:prstGeom xmlns:a="http://schemas.openxmlformats.org/drawingml/2006/main" prst="snip2DiagRect">
            <a:avLst>
              <a:gd name="adj1" fmla="val 0"/>
              <a:gd name="adj2" fmla="val 29553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691" name="Google Shape;691;p49">
            <a:extLst xmlns:a="http://schemas.openxmlformats.org/drawingml/2006/main">
              <a:ext uri="{FF2B5EF4-FFF2-40B4-BE49-F238E27FC236}">
                <a16:creationId xmlns:a16="http://schemas.microsoft.com/office/drawing/2014/main" id="{72CEFF08-D5E4-4E38-AAEB-2D65A75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100" y="3337800"/>
            <a:ext cx="4296300" cy="937200"/>
          </a:xfrm>
          <a:prstGeom xmlns:a="http://schemas.openxmlformats.org/drawingml/2006/main" prst="snip2DiagRect">
            <a:avLst>
              <a:gd name="adj1" fmla="val 0"/>
              <a:gd name="adj2" fmla="val 30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 b="1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727" name="Google Shape;692;p49"/>
          <p:cNvCxnSpPr/>
          <p:nvPr/>
        </p:nvCxnSpPr>
        <p:spPr>
          <a:xfrm xmlns:a="http://schemas.openxmlformats.org/drawingml/2006/main" flipH="1">
            <a:off x="3051950" y="29442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693;p49"/>
          <p:cNvCxnSpPr/>
          <p:nvPr/>
        </p:nvCxnSpPr>
        <p:spPr>
          <a:xfrm xmlns:a="http://schemas.openxmlformats.org/drawingml/2006/main" flipH="1">
            <a:off x="5977875" y="2949725"/>
            <a:ext cx="102600" cy="2937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9" name="Google Shape;694;p49"/>
          <p:cNvCxnSpPr/>
          <p:nvPr/>
        </p:nvCxnSpPr>
        <p:spPr>
          <a:xfrm xmlns:a="http://schemas.openxmlformats.org/drawingml/2006/main" flipH="1">
            <a:off x="-50" y="29442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695;p49"/>
          <p:cNvCxnSpPr/>
          <p:nvPr/>
        </p:nvCxnSpPr>
        <p:spPr>
          <a:xfrm xmlns:a="http://schemas.openxmlformats.org/drawingml/2006/main" flipH="1">
            <a:off x="-50" y="33378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1" name="Google Shape;696;p49"/>
          <p:cNvCxnSpPr/>
          <p:nvPr/>
        </p:nvCxnSpPr>
        <p:spPr>
          <a:xfrm xmlns:a="http://schemas.openxmlformats.org/drawingml/2006/main" flipH="1">
            <a:off x="-50" y="3980700"/>
            <a:ext cx="2286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2" name="Google Shape;697;p49"/>
          <p:cNvCxnSpPr/>
          <p:nvPr/>
        </p:nvCxnSpPr>
        <p:spPr>
          <a:xfrm xmlns:a="http://schemas.openxmlformats.org/drawingml/2006/main" flipH="1">
            <a:off x="4515500" y="33378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698;p49"/>
          <p:cNvCxnSpPr/>
          <p:nvPr/>
        </p:nvCxnSpPr>
        <p:spPr>
          <a:xfrm xmlns:a="http://schemas.openxmlformats.org/drawingml/2006/main" flipH="1">
            <a:off x="4515500" y="3980700"/>
            <a:ext cx="113100" cy="294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699;p49"/>
          <p:cNvCxnSpPr/>
          <p:nvPr/>
        </p:nvCxnSpPr>
        <p:spPr>
          <a:xfrm xmlns:a="http://schemas.openxmlformats.org/drawingml/2006/main" flipH="1">
            <a:off x="8908683" y="1507225"/>
            <a:ext cx="233100" cy="2979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00;p49"/>
          <p:cNvCxnSpPr/>
          <p:nvPr/>
        </p:nvCxnSpPr>
        <p:spPr>
          <a:xfrm xmlns:a="http://schemas.openxmlformats.org/drawingml/2006/main" flipH="1">
            <a:off x="8910900" y="2940025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01;p49"/>
          <p:cNvCxnSpPr/>
          <p:nvPr/>
        </p:nvCxnSpPr>
        <p:spPr>
          <a:xfrm xmlns:a="http://schemas.openxmlformats.org/drawingml/2006/main" flipH="1">
            <a:off x="8910900" y="33373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02;p49"/>
          <p:cNvCxnSpPr/>
          <p:nvPr/>
        </p:nvCxnSpPr>
        <p:spPr>
          <a:xfrm xmlns:a="http://schemas.openxmlformats.org/drawingml/2006/main" flipH="1">
            <a:off x="8910900" y="3980250"/>
            <a:ext cx="234000" cy="2952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9">
            <a:extLst xmlns:a="http://schemas.openxmlformats.org/drawingml/2006/main">
              <a:ext uri="{FF2B5EF4-FFF2-40B4-BE49-F238E27FC236}">
                <a16:creationId xmlns:a16="http://schemas.microsoft.com/office/drawing/2014/main" id="{96D534A3-3B72-4C98-A187-9BC7187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6" y="236398"/>
            <a:ext cx="29475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</a:rPr>
              <a:t>Hex</a:t>
            </a:r>
            <a:endParaRPr sz="1000">
              <a:solidFill>
                <a:schemeClr val="lt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4" name="Google Shape;704;p49">
            <a:extLst xmlns:a="http://schemas.openxmlformats.org/drawingml/2006/main">
              <a:ext uri="{FF2B5EF4-FFF2-40B4-BE49-F238E27FC236}">
                <a16:creationId xmlns:a16="http://schemas.microsoft.com/office/drawing/2014/main" id="{DB89EC3B-6FDF-4206-897F-5FB63793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5" name="Google Shape;705;p49">
            <a:extLst xmlns:a="http://schemas.openxmlformats.org/drawingml/2006/main">
              <a:ext uri="{FF2B5EF4-FFF2-40B4-BE49-F238E27FC236}">
                <a16:creationId xmlns:a16="http://schemas.microsoft.com/office/drawing/2014/main" id="{500E5293-F87F-440E-BBBB-1CD56693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06" name="Google Shape;706;p49">
            <a:extLst xmlns:a="http://schemas.openxmlformats.org/drawingml/2006/main">
              <a:ext uri="{FF2B5EF4-FFF2-40B4-BE49-F238E27FC236}">
                <a16:creationId xmlns:a16="http://schemas.microsoft.com/office/drawing/2014/main" id="{79AD14F9-11D0-427A-BA92-21DBAD468A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24600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Start local</a:t>
            </a:r>
            <a:endParaRPr/>
          </a:p>
        </p:txBody>
      </p:sp>
      <p:sp>
        <p:nvSpPr>
          <p:cNvPr id="707" name="Google Shape;707;p49">
            <a:extLst xmlns:a="http://schemas.openxmlformats.org/drawingml/2006/main">
              <a:ext uri="{FF2B5EF4-FFF2-40B4-BE49-F238E27FC236}">
                <a16:creationId xmlns:a16="http://schemas.microsoft.com/office/drawing/2014/main" id="{65C13D35-E874-4115-BFAB-50CD073FD3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4600" y="1984850"/>
            <a:ext cx="2466300" cy="9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zone, one syndrome and a small hospital network.</a:t>
            </a:r>
            <a:endParaRPr/>
          </a:p>
        </p:txBody>
      </p:sp>
      <p:sp>
        <p:nvSpPr>
          <p:cNvPr id="708" name="Google Shape;708;p49">
            <a:extLst xmlns:a="http://schemas.openxmlformats.org/drawingml/2006/main">
              <a:ext uri="{FF2B5EF4-FFF2-40B4-BE49-F238E27FC236}">
                <a16:creationId xmlns:a16="http://schemas.microsoft.com/office/drawing/2014/main" id="{E803AFA8-0A51-4C0F-81FB-46402B2F078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329688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Validate</a:t>
            </a:r>
            <a:endParaRPr/>
          </a:p>
        </p:txBody>
      </p:sp>
      <p:sp>
        <p:nvSpPr>
          <p:cNvPr id="709" name="Google Shape;709;p49">
            <a:extLst xmlns:a="http://schemas.openxmlformats.org/drawingml/2006/main">
              <a:ext uri="{FF2B5EF4-FFF2-40B4-BE49-F238E27FC236}">
                <a16:creationId xmlns:a16="http://schemas.microsoft.com/office/drawing/2014/main" id="{52149349-027C-45F7-A87A-6AEEDE082B8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29688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Check privacy, calibration, capacity assumptions and decision usefulness.</a:t>
            </a:r>
            <a:endParaRPr/>
          </a:p>
        </p:txBody>
      </p:sp>
      <p:sp>
        <p:nvSpPr>
          <p:cNvPr id="710" name="Google Shape;710;p49">
            <a:extLst xmlns:a="http://schemas.openxmlformats.org/drawingml/2006/main">
              <a:ext uri="{FF2B5EF4-FFF2-40B4-BE49-F238E27FC236}">
                <a16:creationId xmlns:a16="http://schemas.microsoft.com/office/drawing/2014/main" id="{6750EF5C-6005-4FF1-B60A-DE3751E2DFC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37091" y="1730976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Scale</a:t>
            </a:r>
            <a:endParaRPr/>
          </a:p>
        </p:txBody>
      </p:sp>
      <p:sp>
        <p:nvSpPr>
          <p:cNvPr id="711" name="Google Shape;711;p49">
            <a:extLst xmlns:a="http://schemas.openxmlformats.org/drawingml/2006/main">
              <a:ext uri="{FF2B5EF4-FFF2-40B4-BE49-F238E27FC236}">
                <a16:creationId xmlns:a16="http://schemas.microsoft.com/office/drawing/2014/main" id="{D969D410-E39D-4071-8C5B-3147FCA1CC1C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37091" y="1984850"/>
            <a:ext cx="2466300" cy="107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274320" lvl="0" indent="-102870" algn="l">
              <a:spcBef>
                <a:spcPts val="0"/>
              </a:spcBef>
              <a:spcAft>
                <a:spcPts val="600"/>
              </a:spcAft>
              <a:buSzPts val="900"/>
              <a:buChar char="➔"/>
            </a:pPr>
            <a:r>
              <a:t>Add hospitals, city zones and syndrome types with local governance.</a:t>
            </a:r>
            <a:endParaRPr/>
          </a:p>
        </p:txBody>
      </p:sp>
      <p:sp>
        <p:nvSpPr>
          <p:cNvPr id="712" name="Google Shape;712;p49">
            <a:extLst xmlns:a="http://schemas.openxmlformats.org/drawingml/2006/main">
              <a:ext uri="{FF2B5EF4-FFF2-40B4-BE49-F238E27FC236}">
                <a16:creationId xmlns:a16="http://schemas.microsoft.com/office/drawing/2014/main" id="{599F12A7-DB0E-4E8D-8749-B58EEFA15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420025"/>
            <a:ext cx="4817700" cy="73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Scale only after validation</a:t>
            </a:r>
            <a:endParaRPr/>
          </a:p>
        </p:txBody>
      </p:sp>
      <p:sp>
        <p:nvSpPr>
          <p:cNvPr id="713" name="Google Shape;713;p49">
            <a:extLst xmlns:a="http://schemas.openxmlformats.org/drawingml/2006/main">
              <a:ext uri="{FF2B5EF4-FFF2-40B4-BE49-F238E27FC236}">
                <a16:creationId xmlns:a16="http://schemas.microsoft.com/office/drawing/2014/main" id="{DCCA75C4-8BBF-42E3-8F7F-71EF7B5D795E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24600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Potential impact</a:t>
            </a:r>
            <a:endParaRPr sz="1000"/>
          </a:p>
        </p:txBody>
      </p:sp>
      <p:sp>
        <p:nvSpPr>
          <p:cNvPr id="714" name="Google Shape;714;p49">
            <a:extLst xmlns:a="http://schemas.openxmlformats.org/drawingml/2006/main">
              <a:ext uri="{FF2B5EF4-FFF2-40B4-BE49-F238E27FC236}">
                <a16:creationId xmlns:a16="http://schemas.microsoft.com/office/drawing/2014/main" id="{38482FD6-5C95-4FFD-A9D9-D7ACC784A25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24600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Earlier warning, fewer overload days and clearer preparedness choices.</a:t>
            </a:r>
            <a:endParaRPr/>
          </a:p>
        </p:txBody>
      </p:sp>
      <p:sp>
        <p:nvSpPr>
          <p:cNvPr id="715" name="Google Shape;715;p49">
            <a:extLst xmlns:a="http://schemas.openxmlformats.org/drawingml/2006/main">
              <a:ext uri="{FF2B5EF4-FFF2-40B4-BE49-F238E27FC236}">
                <a16:creationId xmlns:a16="http://schemas.microsoft.com/office/drawing/2014/main" id="{268C5904-C979-49E6-BBED-979BF07BE2D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815675" y="3474395"/>
            <a:ext cx="2484300" cy="19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/>
              <a:t>Scale path</a:t>
            </a:r>
            <a:endParaRPr sz="1000"/>
          </a:p>
        </p:txBody>
      </p:sp>
      <p:sp>
        <p:nvSpPr>
          <p:cNvPr id="716" name="Google Shape;716;p49">
            <a:extLst xmlns:a="http://schemas.openxmlformats.org/drawingml/2006/main">
              <a:ext uri="{FF2B5EF4-FFF2-40B4-BE49-F238E27FC236}">
                <a16:creationId xmlns:a16="http://schemas.microsoft.com/office/drawing/2014/main" id="{60156019-344E-4E97-AC7D-2732A3E1622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815675" y="3724325"/>
            <a:ext cx="3718800" cy="36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city → more hospitals → connected preparedness.</a:t>
            </a:r>
            <a:endParaRPr/>
          </a:p>
        </p:txBody>
      </p:sp>
      <p:sp>
        <p:nvSpPr>
          <p:cNvPr id="717" name="Google Shape;717;p49">
            <a:extLst xmlns:a="http://schemas.openxmlformats.org/drawingml/2006/main">
              <a:ext uri="{FF2B5EF4-FFF2-40B4-BE49-F238E27FC236}">
                <a16:creationId xmlns:a16="http://schemas.microsoft.com/office/drawing/2014/main" id="{51FBF2D1-F30D-4B69-966B-52344BB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4320"/>
            <a:ext cx="3474600" cy="73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Expansion depends on local data, validation and governance.</a:t>
            </a:r>
            <a:endParaRPr sz="10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433767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2" name="Google Shape;722;p50">
            <a:extLst xmlns:a="http://schemas.openxmlformats.org/drawingml/2006/main">
              <a:ext uri="{FF2B5EF4-FFF2-40B4-BE49-F238E27FC236}">
                <a16:creationId xmlns:a16="http://schemas.microsoft.com/office/drawing/2014/main" id="{AA94C2CE-E9F7-499C-A16F-8E63288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950" y="2669663"/>
            <a:ext cx="1158300" cy="3300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723" name="Google Shape;723;p50">
            <a:extLst xmlns:a="http://schemas.openxmlformats.org/drawingml/2006/main">
              <a:ext uri="{FF2B5EF4-FFF2-40B4-BE49-F238E27FC236}">
                <a16:creationId xmlns:a16="http://schemas.microsoft.com/office/drawing/2014/main" id="{A52EDB14-74A5-465D-87DF-46DD6286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325" y="2669669"/>
            <a:ext cx="2561100" cy="6519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143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724" name="Google Shape;724;p50">
            <a:extLst xmlns:a="http://schemas.openxmlformats.org/drawingml/2006/main">
              <a:ext uri="{FF2B5EF4-FFF2-40B4-BE49-F238E27FC236}">
                <a16:creationId xmlns:a16="http://schemas.microsoft.com/office/drawing/2014/main" id="{39876D3D-4F0A-47D4-BBDB-8171D5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950" y="3739238"/>
            <a:ext cx="1158300" cy="3300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725" name="Google Shape;725;p50">
            <a:extLst xmlns:a="http://schemas.openxmlformats.org/drawingml/2006/main">
              <a:ext uri="{FF2B5EF4-FFF2-40B4-BE49-F238E27FC236}">
                <a16:creationId xmlns:a16="http://schemas.microsoft.com/office/drawing/2014/main" id="{D963C580-2C24-423B-94B2-142B81F2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325" y="3739238"/>
            <a:ext cx="2561100" cy="6519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143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726" name="Google Shape;726;p50">
            <a:extLst xmlns:a="http://schemas.openxmlformats.org/drawingml/2006/main">
              <a:ext uri="{FF2B5EF4-FFF2-40B4-BE49-F238E27FC236}">
                <a16:creationId xmlns:a16="http://schemas.microsoft.com/office/drawing/2014/main" id="{2C28800C-E8F9-4827-9400-28BABFC9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950" y="1600100"/>
            <a:ext cx="1158300" cy="3300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727" name="Google Shape;727;p50">
            <a:extLst xmlns:a="http://schemas.openxmlformats.org/drawingml/2006/main">
              <a:ext uri="{FF2B5EF4-FFF2-40B4-BE49-F238E27FC236}">
                <a16:creationId xmlns:a16="http://schemas.microsoft.com/office/drawing/2014/main" id="{711B803A-CCC0-4B82-9A52-8D488D6D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325" y="1600100"/>
            <a:ext cx="2561100" cy="651900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1430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  <p:sp>
        <p:nvSpPr>
          <p:cNvPr id="728" name="Google Shape;728;p50">
            <a:extLst xmlns:a="http://schemas.openxmlformats.org/drawingml/2006/main">
              <a:ext uri="{FF2B5EF4-FFF2-40B4-BE49-F238E27FC236}">
                <a16:creationId xmlns:a16="http://schemas.microsoft.com/office/drawing/2014/main" id="{F9EBCA40-8EC5-431C-9F5A-A525CDD0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93631"/>
            <a:ext cx="29961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91425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</a:rPr>
              <a:t>MangoByte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29" name="Google Shape;729;p50">
            <a:extLst xmlns:a="http://schemas.openxmlformats.org/drawingml/2006/main">
              <a:ext uri="{FF2B5EF4-FFF2-40B4-BE49-F238E27FC236}">
                <a16:creationId xmlns:a16="http://schemas.microsoft.com/office/drawing/2014/main" id="{FB366E80-6C44-4EAD-A365-6AB9EE3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612" y="4793629"/>
            <a:ext cx="1730700" cy="17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30" name="Google Shape;730;p50">
            <a:extLst xmlns:a="http://schemas.openxmlformats.org/drawingml/2006/main">
              <a:ext uri="{FF2B5EF4-FFF2-40B4-BE49-F238E27FC236}">
                <a16:creationId xmlns:a16="http://schemas.microsoft.com/office/drawing/2014/main" id="{D44D0684-5FE5-4F73-95E7-CCF050416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8600" y="525200"/>
            <a:ext cx="3154500" cy="58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Working integration. Clear next steps.</a:t>
            </a:r>
            <a:endParaRPr sz="1600"/>
          </a:p>
        </p:txBody>
      </p:sp>
      <p:sp>
        <p:nvSpPr>
          <p:cNvPr id="731" name="Google Shape;731;p50">
            <a:extLst xmlns:a="http://schemas.openxmlformats.org/drawingml/2006/main">
              <a:ext uri="{FF2B5EF4-FFF2-40B4-BE49-F238E27FC236}">
                <a16:creationId xmlns:a16="http://schemas.microsoft.com/office/drawing/2014/main" id="{5E35CBEE-AD21-46A1-86B2-970C2472A5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" y="1185575"/>
            <a:ext cx="2641200" cy="9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Hex turns uncertain hospital signals into preparedness options across plausible futures.</a:t>
            </a:r>
            <a:endParaRPr/>
          </a:p>
        </p:txBody>
      </p:sp>
      <p:sp>
        <p:nvSpPr>
          <p:cNvPr id="732" name="Google Shape;732;p50">
            <a:extLst xmlns:a="http://schemas.openxmlformats.org/drawingml/2006/main">
              <a:ext uri="{FF2B5EF4-FFF2-40B4-BE49-F238E27FC236}">
                <a16:creationId xmlns:a16="http://schemas.microsoft.com/office/drawing/2014/main" id="{B473FDCB-9EE2-4FD0-A6AF-1D45C9E1B1F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784300" y="1597250"/>
            <a:ext cx="873600" cy="3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latin typeface="Red Hat Display"/>
                <a:ea typeface="Red Hat Display"/>
                <a:cs typeface="Red Hat Display"/>
              </a:rPr>
              <a:t>4</a:t>
            </a:r>
            <a:endParaRPr sz="1400" b="1"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33" name="Google Shape;733;p50">
            <a:extLst xmlns:a="http://schemas.openxmlformats.org/drawingml/2006/main">
              <a:ext uri="{FF2B5EF4-FFF2-40B4-BE49-F238E27FC236}">
                <a16:creationId xmlns:a16="http://schemas.microsoft.com/office/drawing/2014/main" id="{3618B0FB-9B47-4559-B636-990C99E2F8B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129000" y="1600050"/>
            <a:ext cx="1887300" cy="65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Hospitals in demo scenario</a:t>
            </a:r>
            <a:endParaRPr/>
          </a:p>
        </p:txBody>
      </p:sp>
      <p:sp>
        <p:nvSpPr>
          <p:cNvPr id="734" name="Google Shape;734;p50">
            <a:extLst xmlns:a="http://schemas.openxmlformats.org/drawingml/2006/main">
              <a:ext uri="{FF2B5EF4-FFF2-40B4-BE49-F238E27FC236}">
                <a16:creationId xmlns:a16="http://schemas.microsoft.com/office/drawing/2014/main" id="{97A47763-E994-4D7E-9C99-DE6A52A22BF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129000" y="2669675"/>
            <a:ext cx="1887300" cy="65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100–250</a:t>
            </a:r>
            <a:endParaRPr/>
          </a:p>
        </p:txBody>
      </p:sp>
      <p:sp>
        <p:nvSpPr>
          <p:cNvPr id="735" name="Google Shape;735;p50">
            <a:extLst xmlns:a="http://schemas.openxmlformats.org/drawingml/2006/main">
              <a:ext uri="{FF2B5EF4-FFF2-40B4-BE49-F238E27FC236}">
                <a16:creationId xmlns:a16="http://schemas.microsoft.com/office/drawing/2014/main" id="{704C0766-1FB6-4A80-B1DD-58ABC1916BBB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29000" y="3739250"/>
            <a:ext cx="1887300" cy="65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futures</a:t>
            </a:r>
            <a:endParaRPr/>
          </a:p>
        </p:txBody>
      </p:sp>
      <p:sp>
        <p:nvSpPr>
          <p:cNvPr id="736" name="Google Shape;736;p50">
            <a:extLst xmlns:a="http://schemas.openxmlformats.org/drawingml/2006/main">
              <a:ext uri="{FF2B5EF4-FFF2-40B4-BE49-F238E27FC236}">
                <a16:creationId xmlns:a16="http://schemas.microsoft.com/office/drawing/2014/main" id="{4C309BB7-C630-4C60-B29A-B7219D8D1453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784300" y="2668250"/>
            <a:ext cx="873600" cy="3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latin typeface="Red Hat Display"/>
                <a:ea typeface="Red Hat Display"/>
                <a:cs typeface="Red Hat Display"/>
              </a:rPr>
              <a:t>1</a:t>
            </a:r>
            <a:endParaRPr sz="1400" b="1"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37" name="Google Shape;737;p50">
            <a:extLst xmlns:a="http://schemas.openxmlformats.org/drawingml/2006/main">
              <a:ext uri="{FF2B5EF4-FFF2-40B4-BE49-F238E27FC236}">
                <a16:creationId xmlns:a16="http://schemas.microsoft.com/office/drawing/2014/main" id="{36AD7C38-9995-4E4C-89F3-0C5B41513FCC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784300" y="3739250"/>
            <a:ext cx="873600" cy="33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latin typeface="Red Hat Display"/>
                <a:ea typeface="Red Hat Display"/>
                <a:cs typeface="Red Hat Display"/>
              </a:rPr>
              <a:t>Best plan</a:t>
            </a:r>
            <a:endParaRPr sz="1400" b="1"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38" name="Google Shape;738;p50">
            <a:extLst xmlns:a="http://schemas.openxmlformats.org/drawingml/2006/main">
              <a:ext uri="{FF2B5EF4-FFF2-40B4-BE49-F238E27FC236}">
                <a16:creationId xmlns:a16="http://schemas.microsoft.com/office/drawing/2014/main" id="{81FD0071-32C9-41C8-81EC-AE94A26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0"/>
            <a:ext cx="4114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Next steps (future work)</a:t>
            </a:r>
            <a:endParaRPr sz="1000" b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Validate with public and synthetic data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Run privacy and model red-teams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Review with hospital and public-health teams</a:t>
            </a:r>
          </a:p>
        </p:txBody>
      </p:sp>
      <p:sp>
        <p:nvSpPr>
          <p:cNvPr id="739" name="Google Shape;739;p50">
            <a:extLst xmlns:a="http://schemas.openxmlformats.org/drawingml/2006/main">
              <a:ext uri="{FF2B5EF4-FFF2-40B4-BE49-F238E27FC236}">
                <a16:creationId xmlns:a16="http://schemas.microsoft.com/office/drawing/2014/main" id="{917C828E-BFCD-42FB-8A45-631B617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931920"/>
            <a:ext cx="4206300" cy="54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Don’t plan for one predicted future. Prepare for every plausible one.</a:t>
            </a:r>
            <a:endParaRPr sz="1100" b="1" i="1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740" name="Google Shape;740;p50">
            <a:extLst xmlns:a="http://schemas.openxmlformats.org/drawingml/2006/main">
              <a:ext uri="{FF2B5EF4-FFF2-40B4-BE49-F238E27FC236}">
                <a16:creationId xmlns:a16="http://schemas.microsoft.com/office/drawing/2014/main" id="{A53F6508-CB0E-4963-8B38-DCE6013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62272"/>
            <a:ext cx="40233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2"/>
                </a:solidFill>
                <a:latin typeface="Red Hat Display"/>
                <a:ea typeface="Red Hat Display"/>
                <a:cs typeface="Red Hat Display"/>
              </a:rPr>
              <a:t>All scenario numbers are illustrative; no clinical performance is claimed.</a:t>
            </a:r>
            <a:endParaRPr sz="800">
              <a:solidFill>
                <a:schemeClr val="dk2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01552574"/>
      </p:ext>
    </p:extLst>
  </p:cSld>
</p:sld>
</file>

<file path=ppt/theme/theme1.xml><?xml version="1.0" encoding="utf-8"?>
<a:theme xmlns:a="http://schemas.openxmlformats.org/drawingml/2006/main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2026-10-22T05:37:53.3370000Z</dcterms:created>
  <dcterms:modified xsi:type="dcterms:W3CDTF">2026-10-22T05:37:53.3380000Z</dcterms:modified>
</coreProperties>
</file>